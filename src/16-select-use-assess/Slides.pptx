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9897DA-C5AA-4CCF-B293-2022193D6833}" v="321" dt="2026-07-17T14:34:35.9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2058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hisnant, Hannah K CPT USARMY 780 MI BDE (USA)" userId="6b7bbddd-878b-4194-8b94-ab4711b7a2af" providerId="ADAL" clId="{FEDED90F-BEEC-42C2-814C-E6544F706A59}"/>
    <pc:docChg chg="custSel addSld delSld modSld">
      <pc:chgData name="Whisnant, Hannah K CPT USARMY 780 MI BDE (USA)" userId="6b7bbddd-878b-4194-8b94-ab4711b7a2af" providerId="ADAL" clId="{FEDED90F-BEEC-42C2-814C-E6544F706A59}" dt="2026-07-17T14:34:35.963" v="566" actId="20577"/>
      <pc:docMkLst>
        <pc:docMk/>
      </pc:docMkLst>
      <pc:sldChg chg="addSp modSp mod">
        <pc:chgData name="Whisnant, Hannah K CPT USARMY 780 MI BDE (USA)" userId="6b7bbddd-878b-4194-8b94-ab4711b7a2af" providerId="ADAL" clId="{FEDED90F-BEEC-42C2-814C-E6544F706A59}" dt="2026-07-17T14:27:58.255" v="446" actId="20577"/>
        <pc:sldMkLst>
          <pc:docMk/>
          <pc:sldMk cId="1924027780" sldId="257"/>
        </pc:sldMkLst>
        <pc:spChg chg="mod">
          <ac:chgData name="Whisnant, Hannah K CPT USARMY 780 MI BDE (USA)" userId="6b7bbddd-878b-4194-8b94-ab4711b7a2af" providerId="ADAL" clId="{FEDED90F-BEEC-42C2-814C-E6544F706A59}" dt="2026-07-17T14:08:42.799" v="188" actId="1076"/>
          <ac:spMkLst>
            <pc:docMk/>
            <pc:sldMk cId="1924027780" sldId="257"/>
            <ac:spMk id="3" creationId="{957B6894-FA1F-C30D-312E-745F6DE91AF5}"/>
          </ac:spMkLst>
        </pc:spChg>
        <pc:spChg chg="mod">
          <ac:chgData name="Whisnant, Hannah K CPT USARMY 780 MI BDE (USA)" userId="6b7bbddd-878b-4194-8b94-ab4711b7a2af" providerId="ADAL" clId="{FEDED90F-BEEC-42C2-814C-E6544F706A59}" dt="2026-07-17T14:08:06.082" v="183" actId="1076"/>
          <ac:spMkLst>
            <pc:docMk/>
            <pc:sldMk cId="1924027780" sldId="257"/>
            <ac:spMk id="10" creationId="{12C9F001-172A-247A-1935-B2A0F6B2625C}"/>
          </ac:spMkLst>
        </pc:spChg>
        <pc:graphicFrameChg chg="mod">
          <ac:chgData name="Whisnant, Hannah K CPT USARMY 780 MI BDE (USA)" userId="6b7bbddd-878b-4194-8b94-ab4711b7a2af" providerId="ADAL" clId="{FEDED90F-BEEC-42C2-814C-E6544F706A59}" dt="2026-07-17T14:27:44.391" v="439" actId="20577"/>
          <ac:graphicFrameMkLst>
            <pc:docMk/>
            <pc:sldMk cId="1924027780" sldId="257"/>
            <ac:graphicFrameMk id="4" creationId="{540802F1-6F81-9FBD-79EA-82D11795B66B}"/>
          </ac:graphicFrameMkLst>
        </pc:graphicFrameChg>
        <pc:graphicFrameChg chg="mod">
          <ac:chgData name="Whisnant, Hannah K CPT USARMY 780 MI BDE (USA)" userId="6b7bbddd-878b-4194-8b94-ab4711b7a2af" providerId="ADAL" clId="{FEDED90F-BEEC-42C2-814C-E6544F706A59}" dt="2026-07-17T14:27:48.386" v="441" actId="20577"/>
          <ac:graphicFrameMkLst>
            <pc:docMk/>
            <pc:sldMk cId="1924027780" sldId="257"/>
            <ac:graphicFrameMk id="5" creationId="{4E03BCB8-CA12-DE40-3438-98E91E5C7235}"/>
          </ac:graphicFrameMkLst>
        </pc:graphicFrameChg>
        <pc:graphicFrameChg chg="mod">
          <ac:chgData name="Whisnant, Hannah K CPT USARMY 780 MI BDE (USA)" userId="6b7bbddd-878b-4194-8b94-ab4711b7a2af" providerId="ADAL" clId="{FEDED90F-BEEC-42C2-814C-E6544F706A59}" dt="2026-07-17T14:08:38.148" v="187" actId="1076"/>
          <ac:graphicFrameMkLst>
            <pc:docMk/>
            <pc:sldMk cId="1924027780" sldId="257"/>
            <ac:graphicFrameMk id="6" creationId="{BE032675-5BEC-205B-7F5E-1D9C1F14C552}"/>
          </ac:graphicFrameMkLst>
        </pc:graphicFrameChg>
        <pc:graphicFrameChg chg="mod">
          <ac:chgData name="Whisnant, Hannah K CPT USARMY 780 MI BDE (USA)" userId="6b7bbddd-878b-4194-8b94-ab4711b7a2af" providerId="ADAL" clId="{FEDED90F-BEEC-42C2-814C-E6544F706A59}" dt="2026-07-17T14:27:53.796" v="443" actId="20577"/>
          <ac:graphicFrameMkLst>
            <pc:docMk/>
            <pc:sldMk cId="1924027780" sldId="257"/>
            <ac:graphicFrameMk id="7" creationId="{0A0D1F37-DFCA-5609-8496-D10CF964BEBA}"/>
          </ac:graphicFrameMkLst>
        </pc:graphicFrameChg>
        <pc:graphicFrameChg chg="mod">
          <ac:chgData name="Whisnant, Hannah K CPT USARMY 780 MI BDE (USA)" userId="6b7bbddd-878b-4194-8b94-ab4711b7a2af" providerId="ADAL" clId="{FEDED90F-BEEC-42C2-814C-E6544F706A59}" dt="2026-07-17T14:27:58.255" v="446" actId="20577"/>
          <ac:graphicFrameMkLst>
            <pc:docMk/>
            <pc:sldMk cId="1924027780" sldId="257"/>
            <ac:graphicFrameMk id="8" creationId="{B4A4692F-A29A-FA44-D99F-9430AA924009}"/>
          </ac:graphicFrameMkLst>
        </pc:graphicFrameChg>
        <pc:graphicFrameChg chg="add mod modGraphic">
          <ac:chgData name="Whisnant, Hannah K CPT USARMY 780 MI BDE (USA)" userId="6b7bbddd-878b-4194-8b94-ab4711b7a2af" providerId="ADAL" clId="{FEDED90F-BEEC-42C2-814C-E6544F706A59}" dt="2026-07-17T14:27:39.468" v="436" actId="20577"/>
          <ac:graphicFrameMkLst>
            <pc:docMk/>
            <pc:sldMk cId="1924027780" sldId="257"/>
            <ac:graphicFrameMk id="9" creationId="{9A5BBE29-CF71-8171-A5DC-583FA10C86E5}"/>
          </ac:graphicFrameMkLst>
        </pc:graphicFrameChg>
      </pc:sldChg>
      <pc:sldChg chg="addSp delSp modSp mod">
        <pc:chgData name="Whisnant, Hannah K CPT USARMY 780 MI BDE (USA)" userId="6b7bbddd-878b-4194-8b94-ab4711b7a2af" providerId="ADAL" clId="{FEDED90F-BEEC-42C2-814C-E6544F706A59}" dt="2026-07-17T14:09:52.532" v="192" actId="1076"/>
        <pc:sldMkLst>
          <pc:docMk/>
          <pc:sldMk cId="673604417" sldId="258"/>
        </pc:sldMkLst>
        <pc:spChg chg="del">
          <ac:chgData name="Whisnant, Hannah K CPT USARMY 780 MI BDE (USA)" userId="6b7bbddd-878b-4194-8b94-ab4711b7a2af" providerId="ADAL" clId="{FEDED90F-BEEC-42C2-814C-E6544F706A59}" dt="2026-07-17T13:56:20.635" v="6" actId="478"/>
          <ac:spMkLst>
            <pc:docMk/>
            <pc:sldMk cId="673604417" sldId="258"/>
            <ac:spMk id="3" creationId="{0A71FFD6-AEA7-6E1A-ADEE-4B9220B8390E}"/>
          </ac:spMkLst>
        </pc:spChg>
        <pc:spChg chg="del">
          <ac:chgData name="Whisnant, Hannah K CPT USARMY 780 MI BDE (USA)" userId="6b7bbddd-878b-4194-8b94-ab4711b7a2af" providerId="ADAL" clId="{FEDED90F-BEEC-42C2-814C-E6544F706A59}" dt="2026-07-17T14:06:22.478" v="84" actId="478"/>
          <ac:spMkLst>
            <pc:docMk/>
            <pc:sldMk cId="673604417" sldId="258"/>
            <ac:spMk id="10" creationId="{1E36A0DC-9E29-574E-697E-210B4BF03FB4}"/>
          </ac:spMkLst>
        </pc:spChg>
        <pc:graphicFrameChg chg="add mod">
          <ac:chgData name="Whisnant, Hannah K CPT USARMY 780 MI BDE (USA)" userId="6b7bbddd-878b-4194-8b94-ab4711b7a2af" providerId="ADAL" clId="{FEDED90F-BEEC-42C2-814C-E6544F706A59}" dt="2026-07-17T14:09:09.586" v="189" actId="1076"/>
          <ac:graphicFrameMkLst>
            <pc:docMk/>
            <pc:sldMk cId="673604417" sldId="258"/>
            <ac:graphicFrameMk id="2" creationId="{F62485D6-D220-631F-A440-5D50370659F5}"/>
          </ac:graphicFrameMkLst>
        </pc:graphicFrameChg>
        <pc:graphicFrameChg chg="del">
          <ac:chgData name="Whisnant, Hannah K CPT USARMY 780 MI BDE (USA)" userId="6b7bbddd-878b-4194-8b94-ab4711b7a2af" providerId="ADAL" clId="{FEDED90F-BEEC-42C2-814C-E6544F706A59}" dt="2026-07-17T13:55:40.957" v="0" actId="478"/>
          <ac:graphicFrameMkLst>
            <pc:docMk/>
            <pc:sldMk cId="673604417" sldId="258"/>
            <ac:graphicFrameMk id="4" creationId="{CCF6D829-54F2-802A-04D0-12805D420276}"/>
          </ac:graphicFrameMkLst>
        </pc:graphicFrameChg>
        <pc:graphicFrameChg chg="del">
          <ac:chgData name="Whisnant, Hannah K CPT USARMY 780 MI BDE (USA)" userId="6b7bbddd-878b-4194-8b94-ab4711b7a2af" providerId="ADAL" clId="{FEDED90F-BEEC-42C2-814C-E6544F706A59}" dt="2026-07-17T14:05:17.003" v="53" actId="478"/>
          <ac:graphicFrameMkLst>
            <pc:docMk/>
            <pc:sldMk cId="673604417" sldId="258"/>
            <ac:graphicFrameMk id="5" creationId="{64343CF9-567F-BD24-84FD-AD1D0560ACC2}"/>
          </ac:graphicFrameMkLst>
        </pc:graphicFrameChg>
        <pc:graphicFrameChg chg="del">
          <ac:chgData name="Whisnant, Hannah K CPT USARMY 780 MI BDE (USA)" userId="6b7bbddd-878b-4194-8b94-ab4711b7a2af" providerId="ADAL" clId="{FEDED90F-BEEC-42C2-814C-E6544F706A59}" dt="2026-07-17T13:56:18.792" v="5" actId="478"/>
          <ac:graphicFrameMkLst>
            <pc:docMk/>
            <pc:sldMk cId="673604417" sldId="258"/>
            <ac:graphicFrameMk id="6" creationId="{3261927F-5110-3F2B-A40E-ED6AD6F2352F}"/>
          </ac:graphicFrameMkLst>
        </pc:graphicFrameChg>
        <pc:graphicFrameChg chg="del">
          <ac:chgData name="Whisnant, Hannah K CPT USARMY 780 MI BDE (USA)" userId="6b7bbddd-878b-4194-8b94-ab4711b7a2af" providerId="ADAL" clId="{FEDED90F-BEEC-42C2-814C-E6544F706A59}" dt="2026-07-17T13:56:17.138" v="4" actId="478"/>
          <ac:graphicFrameMkLst>
            <pc:docMk/>
            <pc:sldMk cId="673604417" sldId="258"/>
            <ac:graphicFrameMk id="7" creationId="{01D4A5BD-F94C-0009-2CAF-E697A30622F3}"/>
          </ac:graphicFrameMkLst>
        </pc:graphicFrameChg>
        <pc:graphicFrameChg chg="del">
          <ac:chgData name="Whisnant, Hannah K CPT USARMY 780 MI BDE (USA)" userId="6b7bbddd-878b-4194-8b94-ab4711b7a2af" providerId="ADAL" clId="{FEDED90F-BEEC-42C2-814C-E6544F706A59}" dt="2026-07-17T14:06:20.290" v="83" actId="478"/>
          <ac:graphicFrameMkLst>
            <pc:docMk/>
            <pc:sldMk cId="673604417" sldId="258"/>
            <ac:graphicFrameMk id="8" creationId="{51185A79-B1F1-8E50-FBC0-0FA954143696}"/>
          </ac:graphicFrameMkLst>
        </pc:graphicFrameChg>
        <pc:graphicFrameChg chg="add mod">
          <ac:chgData name="Whisnant, Hannah K CPT USARMY 780 MI BDE (USA)" userId="6b7bbddd-878b-4194-8b94-ab4711b7a2af" providerId="ADAL" clId="{FEDED90F-BEEC-42C2-814C-E6544F706A59}" dt="2026-07-17T14:09:17.673" v="190" actId="1076"/>
          <ac:graphicFrameMkLst>
            <pc:docMk/>
            <pc:sldMk cId="673604417" sldId="258"/>
            <ac:graphicFrameMk id="9" creationId="{824F341A-89A4-4638-6265-7C775C2D4241}"/>
          </ac:graphicFrameMkLst>
        </pc:graphicFrameChg>
        <pc:graphicFrameChg chg="add mod">
          <ac:chgData name="Whisnant, Hannah K CPT USARMY 780 MI BDE (USA)" userId="6b7bbddd-878b-4194-8b94-ab4711b7a2af" providerId="ADAL" clId="{FEDED90F-BEEC-42C2-814C-E6544F706A59}" dt="2026-07-17T14:09:36.945" v="191" actId="1076"/>
          <ac:graphicFrameMkLst>
            <pc:docMk/>
            <pc:sldMk cId="673604417" sldId="258"/>
            <ac:graphicFrameMk id="11" creationId="{68EFA7F1-E2CE-ECE6-2B02-24AE0B4FEDFB}"/>
          </ac:graphicFrameMkLst>
        </pc:graphicFrameChg>
        <pc:graphicFrameChg chg="add mod">
          <ac:chgData name="Whisnant, Hannah K CPT USARMY 780 MI BDE (USA)" userId="6b7bbddd-878b-4194-8b94-ab4711b7a2af" providerId="ADAL" clId="{FEDED90F-BEEC-42C2-814C-E6544F706A59}" dt="2026-07-17T14:09:52.532" v="192" actId="1076"/>
          <ac:graphicFrameMkLst>
            <pc:docMk/>
            <pc:sldMk cId="673604417" sldId="258"/>
            <ac:graphicFrameMk id="12" creationId="{854B5614-F609-6679-DD0D-6925B795683D}"/>
          </ac:graphicFrameMkLst>
        </pc:graphicFrameChg>
      </pc:sldChg>
      <pc:sldChg chg="addSp delSp modSp add mod">
        <pc:chgData name="Whisnant, Hannah K CPT USARMY 780 MI BDE (USA)" userId="6b7bbddd-878b-4194-8b94-ab4711b7a2af" providerId="ADAL" clId="{FEDED90F-BEEC-42C2-814C-E6544F706A59}" dt="2026-07-17T14:16:46.899" v="297" actId="207"/>
        <pc:sldMkLst>
          <pc:docMk/>
          <pc:sldMk cId="4257274677" sldId="259"/>
        </pc:sldMkLst>
        <pc:graphicFrameChg chg="del">
          <ac:chgData name="Whisnant, Hannah K CPT USARMY 780 MI BDE (USA)" userId="6b7bbddd-878b-4194-8b94-ab4711b7a2af" providerId="ADAL" clId="{FEDED90F-BEEC-42C2-814C-E6544F706A59}" dt="2026-07-17T14:14:03.046" v="242" actId="478"/>
          <ac:graphicFrameMkLst>
            <pc:docMk/>
            <pc:sldMk cId="4257274677" sldId="259"/>
            <ac:graphicFrameMk id="2" creationId="{570AAD28-0D93-5EF7-86F7-2E36D389F72E}"/>
          </ac:graphicFrameMkLst>
        </pc:graphicFrameChg>
        <pc:graphicFrameChg chg="add mod modGraphic">
          <ac:chgData name="Whisnant, Hannah K CPT USARMY 780 MI BDE (USA)" userId="6b7bbddd-878b-4194-8b94-ab4711b7a2af" providerId="ADAL" clId="{FEDED90F-BEEC-42C2-814C-E6544F706A59}" dt="2026-07-17T14:16:46.899" v="297" actId="207"/>
          <ac:graphicFrameMkLst>
            <pc:docMk/>
            <pc:sldMk cId="4257274677" sldId="259"/>
            <ac:graphicFrameMk id="3" creationId="{4BA937F6-1E19-B525-0EBA-89B99CB51326}"/>
          </ac:graphicFrameMkLst>
        </pc:graphicFrameChg>
        <pc:graphicFrameChg chg="del">
          <ac:chgData name="Whisnant, Hannah K CPT USARMY 780 MI BDE (USA)" userId="6b7bbddd-878b-4194-8b94-ab4711b7a2af" providerId="ADAL" clId="{FEDED90F-BEEC-42C2-814C-E6544F706A59}" dt="2026-07-17T14:14:06.186" v="244" actId="478"/>
          <ac:graphicFrameMkLst>
            <pc:docMk/>
            <pc:sldMk cId="4257274677" sldId="259"/>
            <ac:graphicFrameMk id="9" creationId="{4A577239-93BE-5CF7-2C57-D7B203729FFD}"/>
          </ac:graphicFrameMkLst>
        </pc:graphicFrameChg>
        <pc:graphicFrameChg chg="del">
          <ac:chgData name="Whisnant, Hannah K CPT USARMY 780 MI BDE (USA)" userId="6b7bbddd-878b-4194-8b94-ab4711b7a2af" providerId="ADAL" clId="{FEDED90F-BEEC-42C2-814C-E6544F706A59}" dt="2026-07-17T14:14:04.199" v="243" actId="478"/>
          <ac:graphicFrameMkLst>
            <pc:docMk/>
            <pc:sldMk cId="4257274677" sldId="259"/>
            <ac:graphicFrameMk id="11" creationId="{F9EE90CE-C9CC-21C3-D1FE-9AF6B9F8672C}"/>
          </ac:graphicFrameMkLst>
        </pc:graphicFrameChg>
        <pc:graphicFrameChg chg="del">
          <ac:chgData name="Whisnant, Hannah K CPT USARMY 780 MI BDE (USA)" userId="6b7bbddd-878b-4194-8b94-ab4711b7a2af" providerId="ADAL" clId="{FEDED90F-BEEC-42C2-814C-E6544F706A59}" dt="2026-07-17T14:14:08.079" v="245" actId="478"/>
          <ac:graphicFrameMkLst>
            <pc:docMk/>
            <pc:sldMk cId="4257274677" sldId="259"/>
            <ac:graphicFrameMk id="12" creationId="{24064D48-BCB6-F734-F689-DC8B1346D7B8}"/>
          </ac:graphicFrameMkLst>
        </pc:graphicFrameChg>
      </pc:sldChg>
      <pc:sldChg chg="addSp delSp modSp new mod">
        <pc:chgData name="Whisnant, Hannah K CPT USARMY 780 MI BDE (USA)" userId="6b7bbddd-878b-4194-8b94-ab4711b7a2af" providerId="ADAL" clId="{FEDED90F-BEEC-42C2-814C-E6544F706A59}" dt="2026-07-17T14:20:04.606" v="308" actId="113"/>
        <pc:sldMkLst>
          <pc:docMk/>
          <pc:sldMk cId="209721523" sldId="260"/>
        </pc:sldMkLst>
        <pc:spChg chg="del">
          <ac:chgData name="Whisnant, Hannah K CPT USARMY 780 MI BDE (USA)" userId="6b7bbddd-878b-4194-8b94-ab4711b7a2af" providerId="ADAL" clId="{FEDED90F-BEEC-42C2-814C-E6544F706A59}" dt="2026-07-17T14:19:31.390" v="300" actId="478"/>
          <ac:spMkLst>
            <pc:docMk/>
            <pc:sldMk cId="209721523" sldId="260"/>
            <ac:spMk id="2" creationId="{BBE6D476-B2EE-31AE-06E5-72F3F327A068}"/>
          </ac:spMkLst>
        </pc:spChg>
        <pc:spChg chg="del">
          <ac:chgData name="Whisnant, Hannah K CPT USARMY 780 MI BDE (USA)" userId="6b7bbddd-878b-4194-8b94-ab4711b7a2af" providerId="ADAL" clId="{FEDED90F-BEEC-42C2-814C-E6544F706A59}" dt="2026-07-17T14:19:29.420" v="299" actId="478"/>
          <ac:spMkLst>
            <pc:docMk/>
            <pc:sldMk cId="209721523" sldId="260"/>
            <ac:spMk id="3" creationId="{4F018CD0-8C5F-985E-1634-530459D2B736}"/>
          </ac:spMkLst>
        </pc:spChg>
        <pc:graphicFrameChg chg="add mod modGraphic">
          <ac:chgData name="Whisnant, Hannah K CPT USARMY 780 MI BDE (USA)" userId="6b7bbddd-878b-4194-8b94-ab4711b7a2af" providerId="ADAL" clId="{FEDED90F-BEEC-42C2-814C-E6544F706A59}" dt="2026-07-17T14:20:04.606" v="308" actId="113"/>
          <ac:graphicFrameMkLst>
            <pc:docMk/>
            <pc:sldMk cId="209721523" sldId="260"/>
            <ac:graphicFrameMk id="4" creationId="{9D55557B-575F-972C-6AF3-D19695C7F22D}"/>
          </ac:graphicFrameMkLst>
        </pc:graphicFrameChg>
      </pc:sldChg>
      <pc:sldChg chg="add del">
        <pc:chgData name="Whisnant, Hannah K CPT USARMY 780 MI BDE (USA)" userId="6b7bbddd-878b-4194-8b94-ab4711b7a2af" providerId="ADAL" clId="{FEDED90F-BEEC-42C2-814C-E6544F706A59}" dt="2026-07-17T14:14:13.323" v="247"/>
        <pc:sldMkLst>
          <pc:docMk/>
          <pc:sldMk cId="4015624296" sldId="260"/>
        </pc:sldMkLst>
      </pc:sldChg>
      <pc:sldChg chg="addSp delSp modSp new mod">
        <pc:chgData name="Whisnant, Hannah K CPT USARMY 780 MI BDE (USA)" userId="6b7bbddd-878b-4194-8b94-ab4711b7a2af" providerId="ADAL" clId="{FEDED90F-BEEC-42C2-814C-E6544F706A59}" dt="2026-07-17T14:34:35.963" v="566" actId="20577"/>
        <pc:sldMkLst>
          <pc:docMk/>
          <pc:sldMk cId="2815400405" sldId="261"/>
        </pc:sldMkLst>
        <pc:spChg chg="del">
          <ac:chgData name="Whisnant, Hannah K CPT USARMY 780 MI BDE (USA)" userId="6b7bbddd-878b-4194-8b94-ab4711b7a2af" providerId="ADAL" clId="{FEDED90F-BEEC-42C2-814C-E6544F706A59}" dt="2026-07-17T14:24:38.745" v="311" actId="478"/>
          <ac:spMkLst>
            <pc:docMk/>
            <pc:sldMk cId="2815400405" sldId="261"/>
            <ac:spMk id="2" creationId="{131110E5-BDFC-B80E-D04C-3130DB20EED1}"/>
          </ac:spMkLst>
        </pc:spChg>
        <pc:spChg chg="del">
          <ac:chgData name="Whisnant, Hannah K CPT USARMY 780 MI BDE (USA)" userId="6b7bbddd-878b-4194-8b94-ab4711b7a2af" providerId="ADAL" clId="{FEDED90F-BEEC-42C2-814C-E6544F706A59}" dt="2026-07-17T14:24:37.735" v="310" actId="478"/>
          <ac:spMkLst>
            <pc:docMk/>
            <pc:sldMk cId="2815400405" sldId="261"/>
            <ac:spMk id="3" creationId="{9ACE5023-D70E-EA99-E650-38F7AF32B483}"/>
          </ac:spMkLst>
        </pc:spChg>
        <pc:graphicFrameChg chg="add mod">
          <ac:chgData name="Whisnant, Hannah K CPT USARMY 780 MI BDE (USA)" userId="6b7bbddd-878b-4194-8b94-ab4711b7a2af" providerId="ADAL" clId="{FEDED90F-BEEC-42C2-814C-E6544F706A59}" dt="2026-07-17T14:25:43.120" v="361" actId="1076"/>
          <ac:graphicFrameMkLst>
            <pc:docMk/>
            <pc:sldMk cId="2815400405" sldId="261"/>
            <ac:graphicFrameMk id="4" creationId="{2F2502CE-D1A6-9A3F-454E-D552B95DC828}"/>
          </ac:graphicFrameMkLst>
        </pc:graphicFrameChg>
        <pc:graphicFrameChg chg="add mod">
          <ac:chgData name="Whisnant, Hannah K CPT USARMY 780 MI BDE (USA)" userId="6b7bbddd-878b-4194-8b94-ab4711b7a2af" providerId="ADAL" clId="{FEDED90F-BEEC-42C2-814C-E6544F706A59}" dt="2026-07-17T14:27:28.699" v="434" actId="1038"/>
          <ac:graphicFrameMkLst>
            <pc:docMk/>
            <pc:sldMk cId="2815400405" sldId="261"/>
            <ac:graphicFrameMk id="5" creationId="{D54C6245-0B21-9E29-0A99-54AB51C40CB7}"/>
          </ac:graphicFrameMkLst>
        </pc:graphicFrameChg>
        <pc:graphicFrameChg chg="add mod">
          <ac:chgData name="Whisnant, Hannah K CPT USARMY 780 MI BDE (USA)" userId="6b7bbddd-878b-4194-8b94-ab4711b7a2af" providerId="ADAL" clId="{FEDED90F-BEEC-42C2-814C-E6544F706A59}" dt="2026-07-17T14:31:36.187" v="494" actId="14100"/>
          <ac:graphicFrameMkLst>
            <pc:docMk/>
            <pc:sldMk cId="2815400405" sldId="261"/>
            <ac:graphicFrameMk id="6" creationId="{C1EDF1A7-DE02-46F5-F83F-C995DA298809}"/>
          </ac:graphicFrameMkLst>
        </pc:graphicFrameChg>
        <pc:graphicFrameChg chg="add mod">
          <ac:chgData name="Whisnant, Hannah K CPT USARMY 780 MI BDE (USA)" userId="6b7bbddd-878b-4194-8b94-ab4711b7a2af" providerId="ADAL" clId="{FEDED90F-BEEC-42C2-814C-E6544F706A59}" dt="2026-07-17T14:34:35.963" v="566" actId="20577"/>
          <ac:graphicFrameMkLst>
            <pc:docMk/>
            <pc:sldMk cId="2815400405" sldId="261"/>
            <ac:graphicFrameMk id="7" creationId="{260DF911-CD89-BB7B-9D53-2C4D8975750B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hannah.whisnant\Downloads\Model_Selection_Exercise_Data_v2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hannah.whisnant\Downloads\Model_Selection_Exercise_Data_v2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hannah.whisnant\Downloads\Model_Selection_Exercise_Data_v2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hannah.whisnant\Downloads\Model_Selection_Exercise_Data_v2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hannah.whisnant\Downloads\Model_Selection_Exercise_Data_v2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hannah.whisnant\Downloads\Model_Selection_Exercise_Data_v2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hannah.whisnant\Downloads\Model_Selection_Exercise_Data_v2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hannah.whisnant\Downloads\Model_Selection_Exercise_Data_v2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hannah.whisnant\Downloads\Model_Selection_Exercise_Data_v2.xlsx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hannah.whisnant\Downloads\Model_Selection_Exercise_Data_v2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hannah.whisnant\Downloads\Model_Selection_Exercise_Data_v2.xlsx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hannah.whisnant\Downloads\Model_Selection_Exercise_Data_v2.xlsx" TargetMode="External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Quadratic</a:t>
            </a:r>
            <a:r>
              <a:rPr lang="en-US" baseline="0" dirty="0"/>
              <a:t> Fit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poly"/>
            <c:order val="2"/>
            <c:dispRSqr val="1"/>
            <c:dispEq val="1"/>
            <c:trendlineLbl>
              <c:layout>
                <c:manualLayout>
                  <c:x val="0.10751990376202974"/>
                  <c:y val="0.44865740740740739"/>
                </c:manualLayout>
              </c:layout>
              <c:tx>
                <c:rich>
                  <a:bodyPr rot="0" spcFirstLastPara="1" vertOverflow="ellipsis" vert="horz" wrap="square" anchor="ctr" anchorCtr="1"/>
                  <a:lstStyle/>
                  <a:p>
                    <a:pPr>
                      <a:defRPr sz="900" b="0" i="0" u="none" strike="noStrike" kern="1200" baseline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sz="1200" baseline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y = 0.0889x</a:t>
                    </a:r>
                    <a:r>
                      <a:rPr lang="en-US" sz="1200" baseline="300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2</a:t>
                    </a:r>
                    <a:r>
                      <a:rPr lang="en-US" sz="1200" baseline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 + 0.228x + 19.191</a:t>
                    </a:r>
                  </a:p>
                  <a:p>
                    <a:pPr>
                      <a:defRPr/>
                    </a:pPr>
                    <a:r>
                      <a:rPr lang="en-US" sz="1200" b="0" i="0" u="none" strike="noStrike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R² = 0.9908</a:t>
                    </a:r>
                    <a:endParaRPr lang="en-US" sz="12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c:rich>
              </c:tx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</c:trendlineLbl>
          </c:trendline>
          <c:xVal>
            <c:numRef>
              <c:f>'Quadratic Fit'!$A$6:$A$23</c:f>
              <c:numCache>
                <c:formatCode>General</c:formatCode>
                <c:ptCount val="18"/>
                <c:pt idx="0">
                  <c:v>1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7</c:v>
                </c:pt>
                <c:pt idx="5">
                  <c:v>8</c:v>
                </c:pt>
                <c:pt idx="6">
                  <c:v>9</c:v>
                </c:pt>
                <c:pt idx="7">
                  <c:v>11</c:v>
                </c:pt>
                <c:pt idx="8">
                  <c:v>12</c:v>
                </c:pt>
                <c:pt idx="9">
                  <c:v>13</c:v>
                </c:pt>
                <c:pt idx="10">
                  <c:v>15</c:v>
                </c:pt>
                <c:pt idx="11">
                  <c:v>16</c:v>
                </c:pt>
                <c:pt idx="12">
                  <c:v>17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24</c:v>
                </c:pt>
              </c:numCache>
            </c:numRef>
          </c:xVal>
          <c:yVal>
            <c:numRef>
              <c:f>'Quadratic Fit'!$C$6:$C$23</c:f>
              <c:numCache>
                <c:formatCode>General</c:formatCode>
                <c:ptCount val="18"/>
                <c:pt idx="0">
                  <c:v>22.27</c:v>
                </c:pt>
                <c:pt idx="1">
                  <c:v>21.12</c:v>
                </c:pt>
                <c:pt idx="2">
                  <c:v>20.58</c:v>
                </c:pt>
                <c:pt idx="3">
                  <c:v>21.7</c:v>
                </c:pt>
                <c:pt idx="4">
                  <c:v>22.11</c:v>
                </c:pt>
                <c:pt idx="5">
                  <c:v>26.28</c:v>
                </c:pt>
                <c:pt idx="6">
                  <c:v>27.21</c:v>
                </c:pt>
                <c:pt idx="7">
                  <c:v>33.18</c:v>
                </c:pt>
                <c:pt idx="8">
                  <c:v>34.74</c:v>
                </c:pt>
                <c:pt idx="9">
                  <c:v>37.47</c:v>
                </c:pt>
                <c:pt idx="10">
                  <c:v>41.88</c:v>
                </c:pt>
                <c:pt idx="11">
                  <c:v>46.01</c:v>
                </c:pt>
                <c:pt idx="12">
                  <c:v>50.64</c:v>
                </c:pt>
                <c:pt idx="13">
                  <c:v>58.03</c:v>
                </c:pt>
                <c:pt idx="14">
                  <c:v>59.31</c:v>
                </c:pt>
                <c:pt idx="15">
                  <c:v>63.08</c:v>
                </c:pt>
                <c:pt idx="16">
                  <c:v>69.28</c:v>
                </c:pt>
                <c:pt idx="17">
                  <c:v>72.09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4B3A-41E9-9E9C-8BC974AB542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870245551"/>
        <c:axId val="1705615983"/>
      </c:scatterChart>
      <c:valAx>
        <c:axId val="187024555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05615983"/>
        <c:crosses val="autoZero"/>
        <c:crossBetween val="midCat"/>
      </c:valAx>
      <c:valAx>
        <c:axId val="17056159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70245551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Exponential Fit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exp"/>
            <c:dispRSqr val="0"/>
            <c:dispEq val="0"/>
          </c:trendline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exp"/>
            <c:dispRSqr val="1"/>
            <c:dispEq val="1"/>
            <c:trendlineLbl>
              <c:layout>
                <c:manualLayout>
                  <c:x val="3.1395013123359579E-2"/>
                  <c:y val="0.35606481481481483"/>
                </c:manualLayout>
              </c:layout>
              <c:tx>
                <c:rich>
                  <a:bodyPr rot="0" spcFirstLastPara="1" vertOverflow="ellipsis" vert="horz" wrap="square" anchor="ctr" anchorCtr="1"/>
                  <a:lstStyle/>
                  <a:p>
                    <a:pPr>
                      <a:defRPr sz="900" b="0" i="0" u="none" strike="noStrike" kern="1200" baseline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sz="1200" baseline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y = 16.746e</a:t>
                    </a:r>
                    <a:r>
                      <a:rPr lang="en-US" sz="1200" baseline="300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0.0624x</a:t>
                    </a:r>
                  </a:p>
                  <a:p>
                    <a:pPr>
                      <a:defRPr/>
                    </a:pPr>
                    <a:r>
                      <a:rPr lang="en-US" sz="1200" b="0" i="0" u="none" strike="noStrike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R² = 0.9856</a:t>
                    </a:r>
                    <a:endParaRPr lang="en-US" sz="12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c:rich>
              </c:tx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</c:trendlineLbl>
          </c:trendline>
          <c:xVal>
            <c:numRef>
              <c:f>'Exponential Fit'!$A$6:$A$23</c:f>
              <c:numCache>
                <c:formatCode>General</c:formatCode>
                <c:ptCount val="18"/>
                <c:pt idx="0">
                  <c:v>1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7</c:v>
                </c:pt>
                <c:pt idx="5">
                  <c:v>8</c:v>
                </c:pt>
                <c:pt idx="6">
                  <c:v>9</c:v>
                </c:pt>
                <c:pt idx="7">
                  <c:v>11</c:v>
                </c:pt>
                <c:pt idx="8">
                  <c:v>12</c:v>
                </c:pt>
                <c:pt idx="9">
                  <c:v>13</c:v>
                </c:pt>
                <c:pt idx="10">
                  <c:v>15</c:v>
                </c:pt>
                <c:pt idx="11">
                  <c:v>16</c:v>
                </c:pt>
                <c:pt idx="12">
                  <c:v>17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24</c:v>
                </c:pt>
              </c:numCache>
            </c:numRef>
          </c:xVal>
          <c:yVal>
            <c:numRef>
              <c:f>'Exponential Fit'!$B$6:$B$23</c:f>
              <c:numCache>
                <c:formatCode>General</c:formatCode>
                <c:ptCount val="18"/>
                <c:pt idx="0">
                  <c:v>22.27</c:v>
                </c:pt>
                <c:pt idx="1">
                  <c:v>21.12</c:v>
                </c:pt>
                <c:pt idx="2">
                  <c:v>20.58</c:v>
                </c:pt>
                <c:pt idx="3">
                  <c:v>21.7</c:v>
                </c:pt>
                <c:pt idx="4">
                  <c:v>22.11</c:v>
                </c:pt>
                <c:pt idx="5">
                  <c:v>26.28</c:v>
                </c:pt>
                <c:pt idx="6">
                  <c:v>27.21</c:v>
                </c:pt>
                <c:pt idx="7">
                  <c:v>33.18</c:v>
                </c:pt>
                <c:pt idx="8">
                  <c:v>34.74</c:v>
                </c:pt>
                <c:pt idx="9">
                  <c:v>37.47</c:v>
                </c:pt>
                <c:pt idx="10">
                  <c:v>41.88</c:v>
                </c:pt>
                <c:pt idx="11">
                  <c:v>46.01</c:v>
                </c:pt>
                <c:pt idx="12">
                  <c:v>50.64</c:v>
                </c:pt>
                <c:pt idx="13">
                  <c:v>58.03</c:v>
                </c:pt>
                <c:pt idx="14">
                  <c:v>59.31</c:v>
                </c:pt>
                <c:pt idx="15">
                  <c:v>63.08</c:v>
                </c:pt>
                <c:pt idx="16">
                  <c:v>69.28</c:v>
                </c:pt>
                <c:pt idx="17">
                  <c:v>72.09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A182-4500-A294-7BAFF7E102D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98364943"/>
        <c:axId val="1705675503"/>
      </c:scatterChart>
      <c:valAx>
        <c:axId val="159836494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05675503"/>
        <c:crosses val="autoZero"/>
        <c:crossBetween val="midCat"/>
      </c:valAx>
      <c:valAx>
        <c:axId val="17056755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98364943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8</a:t>
            </a:r>
            <a:r>
              <a:rPr lang="en-US" baseline="30000" dirty="0"/>
              <a:t>th</a:t>
            </a:r>
            <a:r>
              <a:rPr lang="en-US" dirty="0"/>
              <a:t>-Degree Polynomial Fit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'Polynomial Fit'!$A$6:$A$23</c:f>
              <c:numCache>
                <c:formatCode>General</c:formatCode>
                <c:ptCount val="18"/>
                <c:pt idx="0">
                  <c:v>1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7</c:v>
                </c:pt>
                <c:pt idx="5">
                  <c:v>8</c:v>
                </c:pt>
                <c:pt idx="6">
                  <c:v>9</c:v>
                </c:pt>
                <c:pt idx="7">
                  <c:v>11</c:v>
                </c:pt>
                <c:pt idx="8">
                  <c:v>12</c:v>
                </c:pt>
                <c:pt idx="9">
                  <c:v>13</c:v>
                </c:pt>
                <c:pt idx="10">
                  <c:v>15</c:v>
                </c:pt>
                <c:pt idx="11">
                  <c:v>16</c:v>
                </c:pt>
                <c:pt idx="12">
                  <c:v>17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24</c:v>
                </c:pt>
              </c:numCache>
            </c:numRef>
          </c:xVal>
          <c:yVal>
            <c:numRef>
              <c:f>'Polynomial Fit'!$I$6:$I$23</c:f>
              <c:numCache>
                <c:formatCode>General</c:formatCode>
                <c:ptCount val="18"/>
                <c:pt idx="0">
                  <c:v>22.27</c:v>
                </c:pt>
                <c:pt idx="1">
                  <c:v>21.12</c:v>
                </c:pt>
                <c:pt idx="2">
                  <c:v>20.58</c:v>
                </c:pt>
                <c:pt idx="3">
                  <c:v>21.7</c:v>
                </c:pt>
                <c:pt idx="4">
                  <c:v>22.11</c:v>
                </c:pt>
                <c:pt idx="5">
                  <c:v>26.28</c:v>
                </c:pt>
                <c:pt idx="6">
                  <c:v>27.21</c:v>
                </c:pt>
                <c:pt idx="7">
                  <c:v>33.18</c:v>
                </c:pt>
                <c:pt idx="8">
                  <c:v>34.74</c:v>
                </c:pt>
                <c:pt idx="9">
                  <c:v>37.47</c:v>
                </c:pt>
                <c:pt idx="10">
                  <c:v>41.88</c:v>
                </c:pt>
                <c:pt idx="11">
                  <c:v>46.01</c:v>
                </c:pt>
                <c:pt idx="12">
                  <c:v>50.64</c:v>
                </c:pt>
                <c:pt idx="13">
                  <c:v>58.03</c:v>
                </c:pt>
                <c:pt idx="14">
                  <c:v>59.31</c:v>
                </c:pt>
                <c:pt idx="15">
                  <c:v>63.08</c:v>
                </c:pt>
                <c:pt idx="16">
                  <c:v>69.28</c:v>
                </c:pt>
                <c:pt idx="17">
                  <c:v>72.09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AD1-448E-8F24-1AA1BD30ACDB}"/>
            </c:ext>
          </c:extLst>
        </c:ser>
        <c:ser>
          <c:idx val="1"/>
          <c:order val="1"/>
          <c:spPr>
            <a:ln w="25400" cap="rnd">
              <a:solidFill>
                <a:schemeClr val="tx2">
                  <a:lumMod val="60000"/>
                  <a:lumOff val="40000"/>
                </a:schemeClr>
              </a:solidFill>
              <a:prstDash val="sysDash"/>
              <a:round/>
            </a:ln>
            <a:effectLst/>
          </c:spPr>
          <c:marker>
            <c:symbol val="none"/>
          </c:marker>
          <c:xVal>
            <c:numRef>
              <c:f>'Polynomial Fit'!$A$6:$A$23</c:f>
              <c:numCache>
                <c:formatCode>General</c:formatCode>
                <c:ptCount val="18"/>
                <c:pt idx="0">
                  <c:v>1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7</c:v>
                </c:pt>
                <c:pt idx="5">
                  <c:v>8</c:v>
                </c:pt>
                <c:pt idx="6">
                  <c:v>9</c:v>
                </c:pt>
                <c:pt idx="7">
                  <c:v>11</c:v>
                </c:pt>
                <c:pt idx="8">
                  <c:v>12</c:v>
                </c:pt>
                <c:pt idx="9">
                  <c:v>13</c:v>
                </c:pt>
                <c:pt idx="10">
                  <c:v>15</c:v>
                </c:pt>
                <c:pt idx="11">
                  <c:v>16</c:v>
                </c:pt>
                <c:pt idx="12">
                  <c:v>17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24</c:v>
                </c:pt>
              </c:numCache>
            </c:numRef>
          </c:xVal>
          <c:yVal>
            <c:numRef>
              <c:f>'Polynomial Fit'!$J$6:$J$23</c:f>
              <c:numCache>
                <c:formatCode>General</c:formatCode>
                <c:ptCount val="18"/>
                <c:pt idx="0">
                  <c:v>22.209674582385869</c:v>
                </c:pt>
                <c:pt idx="1">
                  <c:v>21.522652427072966</c:v>
                </c:pt>
                <c:pt idx="2">
                  <c:v>20.577053075439647</c:v>
                </c:pt>
                <c:pt idx="3">
                  <c:v>20.658406141521688</c:v>
                </c:pt>
                <c:pt idx="4">
                  <c:v>23.48223190809572</c:v>
                </c:pt>
                <c:pt idx="5">
                  <c:v>25.573755641577307</c:v>
                </c:pt>
                <c:pt idx="6">
                  <c:v>27.780193697722105</c:v>
                </c:pt>
                <c:pt idx="7">
                  <c:v>32.286622767073162</c:v>
                </c:pt>
                <c:pt idx="8">
                  <c:v>34.681555222719595</c:v>
                </c:pt>
                <c:pt idx="9">
                  <c:v>37.273957278109549</c:v>
                </c:pt>
                <c:pt idx="10">
                  <c:v>43.159370652729592</c:v>
                </c:pt>
                <c:pt idx="11">
                  <c:v>46.385647297746345</c:v>
                </c:pt>
                <c:pt idx="12">
                  <c:v>49.719149298490947</c:v>
                </c:pt>
                <c:pt idx="13">
                  <c:v>56.638292364624704</c:v>
                </c:pt>
                <c:pt idx="14">
                  <c:v>60.332119523109213</c:v>
                </c:pt>
                <c:pt idx="15">
                  <c:v>64.259318210793936</c:v>
                </c:pt>
                <c:pt idx="16">
                  <c:v>68.245162336415888</c:v>
                </c:pt>
                <c:pt idx="17">
                  <c:v>72.194837574490521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DAD1-448E-8F24-1AA1BD30AC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00513823"/>
        <c:axId val="1705635663"/>
      </c:scatterChart>
      <c:valAx>
        <c:axId val="19005138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05635663"/>
        <c:crosses val="autoZero"/>
        <c:crossBetween val="midCat"/>
      </c:valAx>
      <c:valAx>
        <c:axId val="170563566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00513823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Trigonometric</a:t>
            </a:r>
            <a:r>
              <a:rPr lang="en-US" baseline="0" dirty="0"/>
              <a:t> Fit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'Sinusoidal Fit'!$A$6:$A$23</c:f>
              <c:numCache>
                <c:formatCode>General</c:formatCode>
                <c:ptCount val="18"/>
                <c:pt idx="0">
                  <c:v>1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7</c:v>
                </c:pt>
                <c:pt idx="5">
                  <c:v>8</c:v>
                </c:pt>
                <c:pt idx="6">
                  <c:v>9</c:v>
                </c:pt>
                <c:pt idx="7">
                  <c:v>11</c:v>
                </c:pt>
                <c:pt idx="8">
                  <c:v>12</c:v>
                </c:pt>
                <c:pt idx="9">
                  <c:v>13</c:v>
                </c:pt>
                <c:pt idx="10">
                  <c:v>15</c:v>
                </c:pt>
                <c:pt idx="11">
                  <c:v>16</c:v>
                </c:pt>
                <c:pt idx="12">
                  <c:v>17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24</c:v>
                </c:pt>
              </c:numCache>
            </c:numRef>
          </c:xVal>
          <c:yVal>
            <c:numRef>
              <c:f>'Sinusoidal Fit'!$D$6:$D$23</c:f>
              <c:numCache>
                <c:formatCode>General</c:formatCode>
                <c:ptCount val="18"/>
                <c:pt idx="0">
                  <c:v>22.27</c:v>
                </c:pt>
                <c:pt idx="1">
                  <c:v>21.12</c:v>
                </c:pt>
                <c:pt idx="2">
                  <c:v>20.58</c:v>
                </c:pt>
                <c:pt idx="3">
                  <c:v>21.7</c:v>
                </c:pt>
                <c:pt idx="4">
                  <c:v>22.11</c:v>
                </c:pt>
                <c:pt idx="5">
                  <c:v>26.28</c:v>
                </c:pt>
                <c:pt idx="6">
                  <c:v>27.21</c:v>
                </c:pt>
                <c:pt idx="7">
                  <c:v>33.18</c:v>
                </c:pt>
                <c:pt idx="8">
                  <c:v>34.74</c:v>
                </c:pt>
                <c:pt idx="9">
                  <c:v>37.47</c:v>
                </c:pt>
                <c:pt idx="10">
                  <c:v>41.88</c:v>
                </c:pt>
                <c:pt idx="11">
                  <c:v>46.01</c:v>
                </c:pt>
                <c:pt idx="12">
                  <c:v>50.64</c:v>
                </c:pt>
                <c:pt idx="13">
                  <c:v>58.03</c:v>
                </c:pt>
                <c:pt idx="14">
                  <c:v>59.31</c:v>
                </c:pt>
                <c:pt idx="15">
                  <c:v>63.08</c:v>
                </c:pt>
                <c:pt idx="16">
                  <c:v>69.28</c:v>
                </c:pt>
                <c:pt idx="17">
                  <c:v>72.09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36B4-4E1B-9DA6-720BB7F53551}"/>
            </c:ext>
          </c:extLst>
        </c:ser>
        <c:ser>
          <c:idx val="1"/>
          <c:order val="1"/>
          <c:spPr>
            <a:ln w="19050" cap="rnd">
              <a:solidFill>
                <a:schemeClr val="tx2">
                  <a:lumMod val="60000"/>
                  <a:lumOff val="40000"/>
                </a:schemeClr>
              </a:solidFill>
              <a:prstDash val="sysDash"/>
              <a:round/>
            </a:ln>
            <a:effectLst/>
          </c:spPr>
          <c:marker>
            <c:symbol val="none"/>
          </c:marker>
          <c:xVal>
            <c:numRef>
              <c:f>'Sinusoidal Fit'!$A$6:$A$23</c:f>
              <c:numCache>
                <c:formatCode>General</c:formatCode>
                <c:ptCount val="18"/>
                <c:pt idx="0">
                  <c:v>1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7</c:v>
                </c:pt>
                <c:pt idx="5">
                  <c:v>8</c:v>
                </c:pt>
                <c:pt idx="6">
                  <c:v>9</c:v>
                </c:pt>
                <c:pt idx="7">
                  <c:v>11</c:v>
                </c:pt>
                <c:pt idx="8">
                  <c:v>12</c:v>
                </c:pt>
                <c:pt idx="9">
                  <c:v>13</c:v>
                </c:pt>
                <c:pt idx="10">
                  <c:v>15</c:v>
                </c:pt>
                <c:pt idx="11">
                  <c:v>16</c:v>
                </c:pt>
                <c:pt idx="12">
                  <c:v>17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24</c:v>
                </c:pt>
              </c:numCache>
            </c:numRef>
          </c:xVal>
          <c:yVal>
            <c:numRef>
              <c:f>'Sinusoidal Fit'!$E$6:$E$23</c:f>
              <c:numCache>
                <c:formatCode>General</c:formatCode>
                <c:ptCount val="18"/>
                <c:pt idx="0">
                  <c:v>21.911346094447559</c:v>
                </c:pt>
                <c:pt idx="1">
                  <c:v>21.049098477330816</c:v>
                </c:pt>
                <c:pt idx="2">
                  <c:v>21.171452990319079</c:v>
                </c:pt>
                <c:pt idx="3">
                  <c:v>21.66098536812741</c:v>
                </c:pt>
                <c:pt idx="4">
                  <c:v>23.712067479916008</c:v>
                </c:pt>
                <c:pt idx="5">
                  <c:v>25.249090277307914</c:v>
                </c:pt>
                <c:pt idx="6">
                  <c:v>27.104505788593034</c:v>
                </c:pt>
                <c:pt idx="7">
                  <c:v>31.681837567709717</c:v>
                </c:pt>
                <c:pt idx="8">
                  <c:v>34.351548778945961</c:v>
                </c:pt>
                <c:pt idx="9">
                  <c:v>37.235814560409416</c:v>
                </c:pt>
                <c:pt idx="10">
                  <c:v>43.515504427538154</c:v>
                </c:pt>
                <c:pt idx="11">
                  <c:v>46.840072065154516</c:v>
                </c:pt>
                <c:pt idx="12">
                  <c:v>50.238257694972738</c:v>
                </c:pt>
                <c:pt idx="13">
                  <c:v>57.102060891942514</c:v>
                </c:pt>
                <c:pt idx="14">
                  <c:v>60.49042234316984</c:v>
                </c:pt>
                <c:pt idx="15">
                  <c:v>63.798735988923482</c:v>
                </c:pt>
                <c:pt idx="16">
                  <c:v>66.989727826713889</c:v>
                </c:pt>
                <c:pt idx="17">
                  <c:v>72.877471378477878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36B4-4E1B-9DA6-720BB7F535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07453055"/>
        <c:axId val="1705694223"/>
      </c:scatterChart>
      <c:valAx>
        <c:axId val="190745305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05694223"/>
        <c:crosses val="autoZero"/>
        <c:crossBetween val="midCat"/>
      </c:valAx>
      <c:valAx>
        <c:axId val="17056942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07453055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Residuals: Quadratic Fit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yVal>
            <c:numRef>
              <c:f>'Quadratic Fit'!$E$6:$E$23</c:f>
              <c:numCache>
                <c:formatCode>General</c:formatCode>
                <c:ptCount val="18"/>
                <c:pt idx="0">
                  <c:v>2.761815756525472</c:v>
                </c:pt>
                <c:pt idx="1">
                  <c:v>0.44488602161852597</c:v>
                </c:pt>
                <c:pt idx="2">
                  <c:v>-0.94517512828474182</c:v>
                </c:pt>
                <c:pt idx="3">
                  <c:v>-0.85296713315453232</c:v>
                </c:pt>
                <c:pt idx="4">
                  <c:v>-3.0317437077936873</c:v>
                </c:pt>
                <c:pt idx="5">
                  <c:v>-0.42272827756305276</c:v>
                </c:pt>
                <c:pt idx="6">
                  <c:v>-1.2314437022989466</c:v>
                </c:pt>
                <c:pt idx="7">
                  <c:v>0.72793288332968586</c:v>
                </c:pt>
                <c:pt idx="8">
                  <c:v>1.6024893694215336E-2</c:v>
                </c:pt>
                <c:pt idx="9">
                  <c:v>0.29638604909222011</c:v>
                </c:pt>
                <c:pt idx="10">
                  <c:v>-0.72608420501135384</c:v>
                </c:pt>
                <c:pt idx="11">
                  <c:v>0.42108438548707028</c:v>
                </c:pt>
                <c:pt idx="12">
                  <c:v>1.890522121018968</c:v>
                </c:pt>
                <c:pt idx="13">
                  <c:v>2.4262050271831868</c:v>
                </c:pt>
                <c:pt idx="14">
                  <c:v>1.2450197815510933E-2</c:v>
                </c:pt>
                <c:pt idx="15">
                  <c:v>-8.9035486518696416E-2</c:v>
                </c:pt>
                <c:pt idx="16">
                  <c:v>2.0617479741805766</c:v>
                </c:pt>
                <c:pt idx="17">
                  <c:v>-3.7598776693204741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4AA1-4423-8D10-4BB3F09A92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07415471"/>
        <c:axId val="1705727823"/>
      </c:scatterChart>
      <c:valAx>
        <c:axId val="190741547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05727823"/>
        <c:crosses val="autoZero"/>
        <c:crossBetween val="midCat"/>
      </c:valAx>
      <c:valAx>
        <c:axId val="17057278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07415471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Residuals: 8</a:t>
            </a:r>
            <a:r>
              <a:rPr lang="en-US" baseline="30000" dirty="0"/>
              <a:t>th</a:t>
            </a:r>
            <a:r>
              <a:rPr lang="en-US" baseline="0" dirty="0"/>
              <a:t>-Degree Polynomial Fit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yVal>
            <c:numRef>
              <c:f>'Polynomial Fit'!$K$6:$K$23</c:f>
              <c:numCache>
                <c:formatCode>General</c:formatCode>
                <c:ptCount val="18"/>
                <c:pt idx="0">
                  <c:v>6.0325417614130572E-2</c:v>
                </c:pt>
                <c:pt idx="1">
                  <c:v>-0.40265242707296522</c:v>
                </c:pt>
                <c:pt idx="2">
                  <c:v>2.9469245603515049E-3</c:v>
                </c:pt>
                <c:pt idx="3">
                  <c:v>1.0415938584783113</c:v>
                </c:pt>
                <c:pt idx="4">
                  <c:v>-1.3722319080957206</c:v>
                </c:pt>
                <c:pt idx="5">
                  <c:v>0.70624435842269406</c:v>
                </c:pt>
                <c:pt idx="6">
                  <c:v>-0.57019369772210382</c:v>
                </c:pt>
                <c:pt idx="7">
                  <c:v>0.89337723292683791</c:v>
                </c:pt>
                <c:pt idx="8">
                  <c:v>5.8444777280406868E-2</c:v>
                </c:pt>
                <c:pt idx="9">
                  <c:v>0.19604272189044991</c:v>
                </c:pt>
                <c:pt idx="10">
                  <c:v>-1.2793706527295896</c:v>
                </c:pt>
                <c:pt idx="11">
                  <c:v>-0.37564729774634742</c:v>
                </c:pt>
                <c:pt idx="12">
                  <c:v>0.92085070150905324</c:v>
                </c:pt>
                <c:pt idx="13">
                  <c:v>1.3917076353752975</c:v>
                </c:pt>
                <c:pt idx="14">
                  <c:v>-1.0221195231092111</c:v>
                </c:pt>
                <c:pt idx="15">
                  <c:v>-1.1793182107939373</c:v>
                </c:pt>
                <c:pt idx="16">
                  <c:v>1.0348376635841134</c:v>
                </c:pt>
                <c:pt idx="17">
                  <c:v>-0.10483757449051723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5A6-4DA4-9B86-6E8D9E1D16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07458159"/>
        <c:axId val="1705665903"/>
      </c:scatterChart>
      <c:valAx>
        <c:axId val="1907458159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05665903"/>
        <c:crosses val="autoZero"/>
        <c:crossBetween val="midCat"/>
      </c:valAx>
      <c:valAx>
        <c:axId val="17056659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07458159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Residuals: Exponential Fit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yVal>
            <c:numRef>
              <c:f>'Exponential Fit'!$D$6:$D$23</c:f>
              <c:numCache>
                <c:formatCode>General</c:formatCode>
                <c:ptCount val="18"/>
                <c:pt idx="0">
                  <c:v>4.4463129541013799</c:v>
                </c:pt>
                <c:pt idx="1">
                  <c:v>0.92746316098067538</c:v>
                </c:pt>
                <c:pt idx="2">
                  <c:v>-0.91253050287891213</c:v>
                </c:pt>
                <c:pt idx="3">
                  <c:v>-1.1762176392104386</c:v>
                </c:pt>
                <c:pt idx="4">
                  <c:v>-3.80657193192663</c:v>
                </c:pt>
                <c:pt idx="5">
                  <c:v>-1.3050784484214617</c:v>
                </c:pt>
                <c:pt idx="6">
                  <c:v>-2.1510032609354646</c:v>
                </c:pt>
                <c:pt idx="7">
                  <c:v>-8.3215318484342049E-2</c:v>
                </c:pt>
                <c:pt idx="8">
                  <c:v>-0.66469806026978517</c:v>
                </c:pt>
                <c:pt idx="9">
                  <c:v>-0.21404926394192358</c:v>
                </c:pt>
                <c:pt idx="10">
                  <c:v>-0.81243232592910886</c:v>
                </c:pt>
                <c:pt idx="11">
                  <c:v>0.56903280889159191</c:v>
                </c:pt>
                <c:pt idx="12">
                  <c:v>2.2735475219740096</c:v>
                </c:pt>
                <c:pt idx="13">
                  <c:v>3.2354240561887195</c:v>
                </c:pt>
                <c:pt idx="14">
                  <c:v>0.98775429836116047</c:v>
                </c:pt>
                <c:pt idx="15">
                  <c:v>1.0029734860917614</c:v>
                </c:pt>
                <c:pt idx="16">
                  <c:v>3.2064602305912047</c:v>
                </c:pt>
                <c:pt idx="17">
                  <c:v>-2.7650163859168657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891C-43C3-AEE4-334670984F5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07403871"/>
        <c:axId val="1705640943"/>
      </c:scatterChart>
      <c:valAx>
        <c:axId val="190740387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05640943"/>
        <c:crosses val="autoZero"/>
        <c:crossBetween val="midCat"/>
      </c:valAx>
      <c:valAx>
        <c:axId val="170564094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07403871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Residuals: Trigonometric Fit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yVal>
            <c:numRef>
              <c:f>'Sinusoidal Fit'!$F$6:$F$23</c:f>
              <c:numCache>
                <c:formatCode>General</c:formatCode>
                <c:ptCount val="18"/>
                <c:pt idx="0">
                  <c:v>0.35865390555244048</c:v>
                </c:pt>
                <c:pt idx="1">
                  <c:v>7.0901522669185368E-2</c:v>
                </c:pt>
                <c:pt idx="2">
                  <c:v>-0.59145299031908039</c:v>
                </c:pt>
                <c:pt idx="3">
                  <c:v>3.9014631872589689E-2</c:v>
                </c:pt>
                <c:pt idx="4">
                  <c:v>-1.6020674799160091</c:v>
                </c:pt>
                <c:pt idx="5">
                  <c:v>1.0309097226920869</c:v>
                </c:pt>
                <c:pt idx="6">
                  <c:v>0.1054942114069668</c:v>
                </c:pt>
                <c:pt idx="7">
                  <c:v>1.4981624322902825</c:v>
                </c:pt>
                <c:pt idx="8">
                  <c:v>0.38845122105404073</c:v>
                </c:pt>
                <c:pt idx="9">
                  <c:v>0.23418543959058269</c:v>
                </c:pt>
                <c:pt idx="10">
                  <c:v>-1.6355044275381516</c:v>
                </c:pt>
                <c:pt idx="11">
                  <c:v>-0.8300720651545177</c:v>
                </c:pt>
                <c:pt idx="12">
                  <c:v>0.4017423050272626</c:v>
                </c:pt>
                <c:pt idx="13">
                  <c:v>0.92793910805748681</c:v>
                </c:pt>
                <c:pt idx="14">
                  <c:v>-1.1804223431698375</c:v>
                </c:pt>
                <c:pt idx="15">
                  <c:v>-0.71873598892348411</c:v>
                </c:pt>
                <c:pt idx="16">
                  <c:v>2.2902721732861124</c:v>
                </c:pt>
                <c:pt idx="17">
                  <c:v>-0.78747137847787485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6F5A-46E8-A4D0-B7C72EE5E4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870245087"/>
        <c:axId val="1705692303"/>
      </c:scatterChart>
      <c:valAx>
        <c:axId val="1870245087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05692303"/>
        <c:crosses val="autoZero"/>
        <c:crossBetween val="midCat"/>
      </c:valAx>
      <c:valAx>
        <c:axId val="17056923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70245087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Quadratic Fit: Miles Run vs. APFT Score  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poly"/>
            <c:order val="2"/>
            <c:dispRSqr val="0"/>
            <c:dispEq val="0"/>
          </c:trendline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poly"/>
            <c:order val="2"/>
            <c:forward val="40"/>
            <c:dispRSqr val="0"/>
            <c:dispEq val="0"/>
          </c:trendline>
          <c:xVal>
            <c:numRef>
              <c:f>'Quadratic Fit'!$A$6:$A$23</c:f>
              <c:numCache>
                <c:formatCode>General</c:formatCode>
                <c:ptCount val="18"/>
                <c:pt idx="0">
                  <c:v>1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7</c:v>
                </c:pt>
                <c:pt idx="5">
                  <c:v>8</c:v>
                </c:pt>
                <c:pt idx="6">
                  <c:v>9</c:v>
                </c:pt>
                <c:pt idx="7">
                  <c:v>11</c:v>
                </c:pt>
                <c:pt idx="8">
                  <c:v>12</c:v>
                </c:pt>
                <c:pt idx="9">
                  <c:v>13</c:v>
                </c:pt>
                <c:pt idx="10">
                  <c:v>15</c:v>
                </c:pt>
                <c:pt idx="11">
                  <c:v>16</c:v>
                </c:pt>
                <c:pt idx="12">
                  <c:v>17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24</c:v>
                </c:pt>
              </c:numCache>
            </c:numRef>
          </c:xVal>
          <c:yVal>
            <c:numRef>
              <c:f>'Quadratic Fit'!$C$6:$C$23</c:f>
              <c:numCache>
                <c:formatCode>General</c:formatCode>
                <c:ptCount val="18"/>
                <c:pt idx="0">
                  <c:v>22.27</c:v>
                </c:pt>
                <c:pt idx="1">
                  <c:v>21.12</c:v>
                </c:pt>
                <c:pt idx="2">
                  <c:v>20.58</c:v>
                </c:pt>
                <c:pt idx="3">
                  <c:v>21.7</c:v>
                </c:pt>
                <c:pt idx="4">
                  <c:v>22.11</c:v>
                </c:pt>
                <c:pt idx="5">
                  <c:v>26.28</c:v>
                </c:pt>
                <c:pt idx="6">
                  <c:v>27.21</c:v>
                </c:pt>
                <c:pt idx="7">
                  <c:v>33.18</c:v>
                </c:pt>
                <c:pt idx="8">
                  <c:v>34.74</c:v>
                </c:pt>
                <c:pt idx="9">
                  <c:v>37.47</c:v>
                </c:pt>
                <c:pt idx="10">
                  <c:v>41.88</c:v>
                </c:pt>
                <c:pt idx="11">
                  <c:v>46.01</c:v>
                </c:pt>
                <c:pt idx="12">
                  <c:v>50.64</c:v>
                </c:pt>
                <c:pt idx="13">
                  <c:v>58.03</c:v>
                </c:pt>
                <c:pt idx="14">
                  <c:v>59.31</c:v>
                </c:pt>
                <c:pt idx="15">
                  <c:v>63.08</c:v>
                </c:pt>
                <c:pt idx="16">
                  <c:v>69.28</c:v>
                </c:pt>
                <c:pt idx="17">
                  <c:v>72.09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CEDE-41ED-AF88-7184B084EE07}"/>
            </c:ext>
          </c:extLst>
        </c:ser>
        <c:ser>
          <c:idx val="1"/>
          <c:order val="1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'Quadratic Fit'!$A$36:$A$71</c:f>
              <c:numCache>
                <c:formatCode>General</c:formatCode>
                <c:ptCount val="36"/>
                <c:pt idx="0">
                  <c:v>25</c:v>
                </c:pt>
                <c:pt idx="1">
                  <c:v>26</c:v>
                </c:pt>
                <c:pt idx="2">
                  <c:v>27</c:v>
                </c:pt>
                <c:pt idx="3">
                  <c:v>28</c:v>
                </c:pt>
                <c:pt idx="4">
                  <c:v>29</c:v>
                </c:pt>
                <c:pt idx="5">
                  <c:v>30</c:v>
                </c:pt>
                <c:pt idx="6">
                  <c:v>31</c:v>
                </c:pt>
                <c:pt idx="7">
                  <c:v>32</c:v>
                </c:pt>
                <c:pt idx="8">
                  <c:v>33</c:v>
                </c:pt>
                <c:pt idx="9">
                  <c:v>34</c:v>
                </c:pt>
                <c:pt idx="10">
                  <c:v>35</c:v>
                </c:pt>
                <c:pt idx="11">
                  <c:v>36</c:v>
                </c:pt>
                <c:pt idx="12">
                  <c:v>37</c:v>
                </c:pt>
                <c:pt idx="13">
                  <c:v>38</c:v>
                </c:pt>
                <c:pt idx="14">
                  <c:v>39</c:v>
                </c:pt>
                <c:pt idx="15">
                  <c:v>40</c:v>
                </c:pt>
                <c:pt idx="16">
                  <c:v>41</c:v>
                </c:pt>
                <c:pt idx="17">
                  <c:v>42</c:v>
                </c:pt>
                <c:pt idx="18">
                  <c:v>43</c:v>
                </c:pt>
                <c:pt idx="19">
                  <c:v>44</c:v>
                </c:pt>
                <c:pt idx="20">
                  <c:v>45</c:v>
                </c:pt>
                <c:pt idx="21">
                  <c:v>46</c:v>
                </c:pt>
                <c:pt idx="22">
                  <c:v>47</c:v>
                </c:pt>
                <c:pt idx="23">
                  <c:v>48</c:v>
                </c:pt>
                <c:pt idx="24">
                  <c:v>49</c:v>
                </c:pt>
                <c:pt idx="25">
                  <c:v>50</c:v>
                </c:pt>
                <c:pt idx="26">
                  <c:v>51</c:v>
                </c:pt>
                <c:pt idx="27">
                  <c:v>52</c:v>
                </c:pt>
                <c:pt idx="28">
                  <c:v>53</c:v>
                </c:pt>
                <c:pt idx="29">
                  <c:v>54</c:v>
                </c:pt>
                <c:pt idx="30">
                  <c:v>55</c:v>
                </c:pt>
                <c:pt idx="31">
                  <c:v>56</c:v>
                </c:pt>
                <c:pt idx="32">
                  <c:v>57</c:v>
                </c:pt>
                <c:pt idx="33">
                  <c:v>58</c:v>
                </c:pt>
                <c:pt idx="34">
                  <c:v>59</c:v>
                </c:pt>
                <c:pt idx="35">
                  <c:v>60</c:v>
                </c:pt>
              </c:numCache>
            </c:numRef>
          </c:xVal>
          <c:yVal>
            <c:numRef>
              <c:f>'Quadratic Fit'!$C$36:$C$71</c:f>
              <c:numCache>
                <c:formatCode>General</c:formatCode>
                <c:ptCount val="36"/>
                <c:pt idx="0">
                  <c:v>75.959999999999994</c:v>
                </c:pt>
                <c:pt idx="1">
                  <c:v>80.569999999999993</c:v>
                </c:pt>
                <c:pt idx="2">
                  <c:v>86.49</c:v>
                </c:pt>
                <c:pt idx="3">
                  <c:v>85.03</c:v>
                </c:pt>
                <c:pt idx="4">
                  <c:v>87.94</c:v>
                </c:pt>
                <c:pt idx="5">
                  <c:v>93.28</c:v>
                </c:pt>
                <c:pt idx="6">
                  <c:v>91.87</c:v>
                </c:pt>
                <c:pt idx="7">
                  <c:v>95.55</c:v>
                </c:pt>
                <c:pt idx="8">
                  <c:v>100.38</c:v>
                </c:pt>
                <c:pt idx="9">
                  <c:v>101.82</c:v>
                </c:pt>
                <c:pt idx="10">
                  <c:v>102.65</c:v>
                </c:pt>
                <c:pt idx="11">
                  <c:v>105.71</c:v>
                </c:pt>
                <c:pt idx="12">
                  <c:v>99.2</c:v>
                </c:pt>
                <c:pt idx="13">
                  <c:v>109.5</c:v>
                </c:pt>
                <c:pt idx="14">
                  <c:v>106.04</c:v>
                </c:pt>
                <c:pt idx="15">
                  <c:v>105.34</c:v>
                </c:pt>
                <c:pt idx="16">
                  <c:v>110.89</c:v>
                </c:pt>
                <c:pt idx="17">
                  <c:v>112.67</c:v>
                </c:pt>
                <c:pt idx="18">
                  <c:v>110.43</c:v>
                </c:pt>
                <c:pt idx="19">
                  <c:v>109.28</c:v>
                </c:pt>
                <c:pt idx="20">
                  <c:v>112.41</c:v>
                </c:pt>
                <c:pt idx="21">
                  <c:v>112.46</c:v>
                </c:pt>
                <c:pt idx="22">
                  <c:v>116.44</c:v>
                </c:pt>
                <c:pt idx="23">
                  <c:v>114.86</c:v>
                </c:pt>
                <c:pt idx="24">
                  <c:v>113.48</c:v>
                </c:pt>
                <c:pt idx="25">
                  <c:v>116.02</c:v>
                </c:pt>
                <c:pt idx="26">
                  <c:v>112.52</c:v>
                </c:pt>
                <c:pt idx="27">
                  <c:v>110.61</c:v>
                </c:pt>
                <c:pt idx="28">
                  <c:v>114.93</c:v>
                </c:pt>
                <c:pt idx="29">
                  <c:v>115.14</c:v>
                </c:pt>
                <c:pt idx="30">
                  <c:v>113.17</c:v>
                </c:pt>
                <c:pt idx="31">
                  <c:v>111.92</c:v>
                </c:pt>
                <c:pt idx="32">
                  <c:v>115.37</c:v>
                </c:pt>
                <c:pt idx="33">
                  <c:v>108.04</c:v>
                </c:pt>
                <c:pt idx="34">
                  <c:v>118.27</c:v>
                </c:pt>
                <c:pt idx="35">
                  <c:v>118.72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CEDE-41ED-AF88-7184B084EE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870245551"/>
        <c:axId val="1705615983"/>
      </c:scatterChart>
      <c:valAx>
        <c:axId val="187024555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05615983"/>
        <c:crosses val="autoZero"/>
        <c:crossBetween val="midCat"/>
      </c:valAx>
      <c:valAx>
        <c:axId val="17056159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70245551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Exponential Fit:</a:t>
            </a:r>
            <a:r>
              <a:rPr lang="en-US" baseline="0" dirty="0"/>
              <a:t> Miles Run vs. APFT Score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exp"/>
            <c:dispRSqr val="0"/>
            <c:dispEq val="0"/>
          </c:trendline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exp"/>
            <c:forward val="40"/>
            <c:dispRSqr val="0"/>
            <c:dispEq val="0"/>
          </c:trendline>
          <c:xVal>
            <c:numRef>
              <c:f>'Exponential Fit'!$A$6:$A$23</c:f>
              <c:numCache>
                <c:formatCode>General</c:formatCode>
                <c:ptCount val="18"/>
                <c:pt idx="0">
                  <c:v>1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7</c:v>
                </c:pt>
                <c:pt idx="5">
                  <c:v>8</c:v>
                </c:pt>
                <c:pt idx="6">
                  <c:v>9</c:v>
                </c:pt>
                <c:pt idx="7">
                  <c:v>11</c:v>
                </c:pt>
                <c:pt idx="8">
                  <c:v>12</c:v>
                </c:pt>
                <c:pt idx="9">
                  <c:v>13</c:v>
                </c:pt>
                <c:pt idx="10">
                  <c:v>15</c:v>
                </c:pt>
                <c:pt idx="11">
                  <c:v>16</c:v>
                </c:pt>
                <c:pt idx="12">
                  <c:v>17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24</c:v>
                </c:pt>
              </c:numCache>
            </c:numRef>
          </c:xVal>
          <c:yVal>
            <c:numRef>
              <c:f>'Exponential Fit'!$B$6:$B$23</c:f>
              <c:numCache>
                <c:formatCode>General</c:formatCode>
                <c:ptCount val="18"/>
                <c:pt idx="0">
                  <c:v>22.27</c:v>
                </c:pt>
                <c:pt idx="1">
                  <c:v>21.12</c:v>
                </c:pt>
                <c:pt idx="2">
                  <c:v>20.58</c:v>
                </c:pt>
                <c:pt idx="3">
                  <c:v>21.7</c:v>
                </c:pt>
                <c:pt idx="4">
                  <c:v>22.11</c:v>
                </c:pt>
                <c:pt idx="5">
                  <c:v>26.28</c:v>
                </c:pt>
                <c:pt idx="6">
                  <c:v>27.21</c:v>
                </c:pt>
                <c:pt idx="7">
                  <c:v>33.18</c:v>
                </c:pt>
                <c:pt idx="8">
                  <c:v>34.74</c:v>
                </c:pt>
                <c:pt idx="9">
                  <c:v>37.47</c:v>
                </c:pt>
                <c:pt idx="10">
                  <c:v>41.88</c:v>
                </c:pt>
                <c:pt idx="11">
                  <c:v>46.01</c:v>
                </c:pt>
                <c:pt idx="12">
                  <c:v>50.64</c:v>
                </c:pt>
                <c:pt idx="13">
                  <c:v>58.03</c:v>
                </c:pt>
                <c:pt idx="14">
                  <c:v>59.31</c:v>
                </c:pt>
                <c:pt idx="15">
                  <c:v>63.08</c:v>
                </c:pt>
                <c:pt idx="16">
                  <c:v>69.28</c:v>
                </c:pt>
                <c:pt idx="17">
                  <c:v>72.09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1AE0-4358-94C8-663B863BEDC7}"/>
            </c:ext>
          </c:extLst>
        </c:ser>
        <c:ser>
          <c:idx val="1"/>
          <c:order val="1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'Exponential Fit'!$A$36:$A$71</c:f>
              <c:numCache>
                <c:formatCode>General</c:formatCode>
                <c:ptCount val="36"/>
                <c:pt idx="0">
                  <c:v>25</c:v>
                </c:pt>
                <c:pt idx="1">
                  <c:v>26</c:v>
                </c:pt>
                <c:pt idx="2">
                  <c:v>27</c:v>
                </c:pt>
                <c:pt idx="3">
                  <c:v>28</c:v>
                </c:pt>
                <c:pt idx="4">
                  <c:v>29</c:v>
                </c:pt>
                <c:pt idx="5">
                  <c:v>30</c:v>
                </c:pt>
                <c:pt idx="6">
                  <c:v>31</c:v>
                </c:pt>
                <c:pt idx="7">
                  <c:v>32</c:v>
                </c:pt>
                <c:pt idx="8">
                  <c:v>33</c:v>
                </c:pt>
                <c:pt idx="9">
                  <c:v>34</c:v>
                </c:pt>
                <c:pt idx="10">
                  <c:v>35</c:v>
                </c:pt>
                <c:pt idx="11">
                  <c:v>36</c:v>
                </c:pt>
                <c:pt idx="12">
                  <c:v>37</c:v>
                </c:pt>
                <c:pt idx="13">
                  <c:v>38</c:v>
                </c:pt>
                <c:pt idx="14">
                  <c:v>39</c:v>
                </c:pt>
                <c:pt idx="15">
                  <c:v>40</c:v>
                </c:pt>
                <c:pt idx="16">
                  <c:v>41</c:v>
                </c:pt>
                <c:pt idx="17">
                  <c:v>42</c:v>
                </c:pt>
                <c:pt idx="18">
                  <c:v>43</c:v>
                </c:pt>
                <c:pt idx="19">
                  <c:v>44</c:v>
                </c:pt>
                <c:pt idx="20">
                  <c:v>45</c:v>
                </c:pt>
                <c:pt idx="21">
                  <c:v>46</c:v>
                </c:pt>
                <c:pt idx="22">
                  <c:v>47</c:v>
                </c:pt>
                <c:pt idx="23">
                  <c:v>48</c:v>
                </c:pt>
                <c:pt idx="24">
                  <c:v>49</c:v>
                </c:pt>
                <c:pt idx="25">
                  <c:v>50</c:v>
                </c:pt>
                <c:pt idx="26">
                  <c:v>51</c:v>
                </c:pt>
                <c:pt idx="27">
                  <c:v>52</c:v>
                </c:pt>
                <c:pt idx="28">
                  <c:v>53</c:v>
                </c:pt>
                <c:pt idx="29">
                  <c:v>54</c:v>
                </c:pt>
                <c:pt idx="30">
                  <c:v>55</c:v>
                </c:pt>
                <c:pt idx="31">
                  <c:v>56</c:v>
                </c:pt>
                <c:pt idx="32">
                  <c:v>57</c:v>
                </c:pt>
                <c:pt idx="33">
                  <c:v>58</c:v>
                </c:pt>
                <c:pt idx="34">
                  <c:v>59</c:v>
                </c:pt>
                <c:pt idx="35">
                  <c:v>60</c:v>
                </c:pt>
              </c:numCache>
            </c:numRef>
          </c:xVal>
          <c:yVal>
            <c:numRef>
              <c:f>'Exponential Fit'!$B$36:$B$71</c:f>
              <c:numCache>
                <c:formatCode>General</c:formatCode>
                <c:ptCount val="36"/>
                <c:pt idx="0">
                  <c:v>75.959999999999994</c:v>
                </c:pt>
                <c:pt idx="1">
                  <c:v>80.569999999999993</c:v>
                </c:pt>
                <c:pt idx="2">
                  <c:v>86.49</c:v>
                </c:pt>
                <c:pt idx="3">
                  <c:v>85.03</c:v>
                </c:pt>
                <c:pt idx="4">
                  <c:v>87.94</c:v>
                </c:pt>
                <c:pt idx="5">
                  <c:v>93.28</c:v>
                </c:pt>
                <c:pt idx="6">
                  <c:v>91.87</c:v>
                </c:pt>
                <c:pt idx="7">
                  <c:v>95.55</c:v>
                </c:pt>
                <c:pt idx="8">
                  <c:v>100.38</c:v>
                </c:pt>
                <c:pt idx="9">
                  <c:v>101.82</c:v>
                </c:pt>
                <c:pt idx="10">
                  <c:v>102.65</c:v>
                </c:pt>
                <c:pt idx="11">
                  <c:v>105.71</c:v>
                </c:pt>
                <c:pt idx="12">
                  <c:v>99.2</c:v>
                </c:pt>
                <c:pt idx="13">
                  <c:v>109.5</c:v>
                </c:pt>
                <c:pt idx="14">
                  <c:v>106.04</c:v>
                </c:pt>
                <c:pt idx="15">
                  <c:v>105.34</c:v>
                </c:pt>
                <c:pt idx="16">
                  <c:v>110.89</c:v>
                </c:pt>
                <c:pt idx="17">
                  <c:v>112.67</c:v>
                </c:pt>
                <c:pt idx="18">
                  <c:v>110.43</c:v>
                </c:pt>
                <c:pt idx="19">
                  <c:v>109.28</c:v>
                </c:pt>
                <c:pt idx="20">
                  <c:v>112.41</c:v>
                </c:pt>
                <c:pt idx="21">
                  <c:v>112.46</c:v>
                </c:pt>
                <c:pt idx="22">
                  <c:v>116.44</c:v>
                </c:pt>
                <c:pt idx="23">
                  <c:v>114.86</c:v>
                </c:pt>
                <c:pt idx="24">
                  <c:v>113.48</c:v>
                </c:pt>
                <c:pt idx="25">
                  <c:v>116.02</c:v>
                </c:pt>
                <c:pt idx="26">
                  <c:v>112.52</c:v>
                </c:pt>
                <c:pt idx="27">
                  <c:v>110.61</c:v>
                </c:pt>
                <c:pt idx="28">
                  <c:v>114.93</c:v>
                </c:pt>
                <c:pt idx="29">
                  <c:v>115.14</c:v>
                </c:pt>
                <c:pt idx="30">
                  <c:v>113.17</c:v>
                </c:pt>
                <c:pt idx="31">
                  <c:v>111.92</c:v>
                </c:pt>
                <c:pt idx="32">
                  <c:v>115.37</c:v>
                </c:pt>
                <c:pt idx="33">
                  <c:v>108.04</c:v>
                </c:pt>
                <c:pt idx="34">
                  <c:v>118.27</c:v>
                </c:pt>
                <c:pt idx="35">
                  <c:v>118.72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1AE0-4358-94C8-663B863BEDC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98364943"/>
        <c:axId val="1705675503"/>
      </c:scatterChart>
      <c:valAx>
        <c:axId val="159836494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05675503"/>
        <c:crosses val="autoZero"/>
        <c:crossBetween val="midCat"/>
      </c:valAx>
      <c:valAx>
        <c:axId val="17056755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98364943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Trigonometric Fit: Miles Run vs. APFT Score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'Sinusoidal Fit'!$A$6:$A$23</c:f>
              <c:numCache>
                <c:formatCode>General</c:formatCode>
                <c:ptCount val="18"/>
                <c:pt idx="0">
                  <c:v>1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7</c:v>
                </c:pt>
                <c:pt idx="5">
                  <c:v>8</c:v>
                </c:pt>
                <c:pt idx="6">
                  <c:v>9</c:v>
                </c:pt>
                <c:pt idx="7">
                  <c:v>11</c:v>
                </c:pt>
                <c:pt idx="8">
                  <c:v>12</c:v>
                </c:pt>
                <c:pt idx="9">
                  <c:v>13</c:v>
                </c:pt>
                <c:pt idx="10">
                  <c:v>15</c:v>
                </c:pt>
                <c:pt idx="11">
                  <c:v>16</c:v>
                </c:pt>
                <c:pt idx="12">
                  <c:v>17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24</c:v>
                </c:pt>
              </c:numCache>
            </c:numRef>
          </c:xVal>
          <c:yVal>
            <c:numRef>
              <c:f>'Sinusoidal Fit'!$D$6:$D$23</c:f>
              <c:numCache>
                <c:formatCode>General</c:formatCode>
                <c:ptCount val="18"/>
                <c:pt idx="0">
                  <c:v>22.27</c:v>
                </c:pt>
                <c:pt idx="1">
                  <c:v>21.12</c:v>
                </c:pt>
                <c:pt idx="2">
                  <c:v>20.58</c:v>
                </c:pt>
                <c:pt idx="3">
                  <c:v>21.7</c:v>
                </c:pt>
                <c:pt idx="4">
                  <c:v>22.11</c:v>
                </c:pt>
                <c:pt idx="5">
                  <c:v>26.28</c:v>
                </c:pt>
                <c:pt idx="6">
                  <c:v>27.21</c:v>
                </c:pt>
                <c:pt idx="7">
                  <c:v>33.18</c:v>
                </c:pt>
                <c:pt idx="8">
                  <c:v>34.74</c:v>
                </c:pt>
                <c:pt idx="9">
                  <c:v>37.47</c:v>
                </c:pt>
                <c:pt idx="10">
                  <c:v>41.88</c:v>
                </c:pt>
                <c:pt idx="11">
                  <c:v>46.01</c:v>
                </c:pt>
                <c:pt idx="12">
                  <c:v>50.64</c:v>
                </c:pt>
                <c:pt idx="13">
                  <c:v>58.03</c:v>
                </c:pt>
                <c:pt idx="14">
                  <c:v>59.31</c:v>
                </c:pt>
                <c:pt idx="15">
                  <c:v>63.08</c:v>
                </c:pt>
                <c:pt idx="16">
                  <c:v>69.28</c:v>
                </c:pt>
                <c:pt idx="17">
                  <c:v>72.09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648-42CC-A2E0-3282240F6EFF}"/>
            </c:ext>
          </c:extLst>
        </c:ser>
        <c:ser>
          <c:idx val="1"/>
          <c:order val="1"/>
          <c:spPr>
            <a:ln w="19050" cap="rnd">
              <a:solidFill>
                <a:schemeClr val="tx2">
                  <a:lumMod val="60000"/>
                  <a:lumOff val="40000"/>
                </a:schemeClr>
              </a:solidFill>
              <a:prstDash val="sysDash"/>
              <a:round/>
            </a:ln>
            <a:effectLst/>
          </c:spPr>
          <c:marker>
            <c:symbol val="none"/>
          </c:marker>
          <c:xVal>
            <c:numRef>
              <c:f>'Sinusoidal Fit'!$A$6:$A$23</c:f>
              <c:numCache>
                <c:formatCode>General</c:formatCode>
                <c:ptCount val="18"/>
                <c:pt idx="0">
                  <c:v>1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7</c:v>
                </c:pt>
                <c:pt idx="5">
                  <c:v>8</c:v>
                </c:pt>
                <c:pt idx="6">
                  <c:v>9</c:v>
                </c:pt>
                <c:pt idx="7">
                  <c:v>11</c:v>
                </c:pt>
                <c:pt idx="8">
                  <c:v>12</c:v>
                </c:pt>
                <c:pt idx="9">
                  <c:v>13</c:v>
                </c:pt>
                <c:pt idx="10">
                  <c:v>15</c:v>
                </c:pt>
                <c:pt idx="11">
                  <c:v>16</c:v>
                </c:pt>
                <c:pt idx="12">
                  <c:v>17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24</c:v>
                </c:pt>
              </c:numCache>
            </c:numRef>
          </c:xVal>
          <c:yVal>
            <c:numRef>
              <c:f>'Sinusoidal Fit'!$E$6:$E$23</c:f>
              <c:numCache>
                <c:formatCode>General</c:formatCode>
                <c:ptCount val="18"/>
                <c:pt idx="0">
                  <c:v>21.911346094447559</c:v>
                </c:pt>
                <c:pt idx="1">
                  <c:v>21.049098477330816</c:v>
                </c:pt>
                <c:pt idx="2">
                  <c:v>21.171452990319079</c:v>
                </c:pt>
                <c:pt idx="3">
                  <c:v>21.66098536812741</c:v>
                </c:pt>
                <c:pt idx="4">
                  <c:v>23.712067479916008</c:v>
                </c:pt>
                <c:pt idx="5">
                  <c:v>25.249090277307914</c:v>
                </c:pt>
                <c:pt idx="6">
                  <c:v>27.104505788593034</c:v>
                </c:pt>
                <c:pt idx="7">
                  <c:v>31.681837567709717</c:v>
                </c:pt>
                <c:pt idx="8">
                  <c:v>34.351548778945961</c:v>
                </c:pt>
                <c:pt idx="9">
                  <c:v>37.235814560409416</c:v>
                </c:pt>
                <c:pt idx="10">
                  <c:v>43.515504427538154</c:v>
                </c:pt>
                <c:pt idx="11">
                  <c:v>46.840072065154516</c:v>
                </c:pt>
                <c:pt idx="12">
                  <c:v>50.238257694972738</c:v>
                </c:pt>
                <c:pt idx="13">
                  <c:v>57.102060891942514</c:v>
                </c:pt>
                <c:pt idx="14">
                  <c:v>60.49042234316984</c:v>
                </c:pt>
                <c:pt idx="15">
                  <c:v>63.798735988923482</c:v>
                </c:pt>
                <c:pt idx="16">
                  <c:v>66.989727826713889</c:v>
                </c:pt>
                <c:pt idx="17">
                  <c:v>72.877471378477878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9648-42CC-A2E0-3282240F6EFF}"/>
            </c:ext>
          </c:extLst>
        </c:ser>
        <c:ser>
          <c:idx val="2"/>
          <c:order val="2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xVal>
            <c:numRef>
              <c:f>'Sinusoidal Fit'!$A$36:$A$71</c:f>
              <c:numCache>
                <c:formatCode>General</c:formatCode>
                <c:ptCount val="36"/>
                <c:pt idx="0">
                  <c:v>25</c:v>
                </c:pt>
                <c:pt idx="1">
                  <c:v>26</c:v>
                </c:pt>
                <c:pt idx="2">
                  <c:v>27</c:v>
                </c:pt>
                <c:pt idx="3">
                  <c:v>28</c:v>
                </c:pt>
                <c:pt idx="4">
                  <c:v>29</c:v>
                </c:pt>
                <c:pt idx="5">
                  <c:v>30</c:v>
                </c:pt>
                <c:pt idx="6">
                  <c:v>31</c:v>
                </c:pt>
                <c:pt idx="7">
                  <c:v>32</c:v>
                </c:pt>
                <c:pt idx="8">
                  <c:v>33</c:v>
                </c:pt>
                <c:pt idx="9">
                  <c:v>34</c:v>
                </c:pt>
                <c:pt idx="10">
                  <c:v>35</c:v>
                </c:pt>
                <c:pt idx="11">
                  <c:v>36</c:v>
                </c:pt>
                <c:pt idx="12">
                  <c:v>37</c:v>
                </c:pt>
                <c:pt idx="13">
                  <c:v>38</c:v>
                </c:pt>
                <c:pt idx="14">
                  <c:v>39</c:v>
                </c:pt>
                <c:pt idx="15">
                  <c:v>40</c:v>
                </c:pt>
                <c:pt idx="16">
                  <c:v>41</c:v>
                </c:pt>
                <c:pt idx="17">
                  <c:v>42</c:v>
                </c:pt>
                <c:pt idx="18">
                  <c:v>43</c:v>
                </c:pt>
                <c:pt idx="19">
                  <c:v>44</c:v>
                </c:pt>
                <c:pt idx="20">
                  <c:v>45</c:v>
                </c:pt>
                <c:pt idx="21">
                  <c:v>46</c:v>
                </c:pt>
                <c:pt idx="22">
                  <c:v>47</c:v>
                </c:pt>
                <c:pt idx="23">
                  <c:v>48</c:v>
                </c:pt>
                <c:pt idx="24">
                  <c:v>49</c:v>
                </c:pt>
                <c:pt idx="25">
                  <c:v>50</c:v>
                </c:pt>
                <c:pt idx="26">
                  <c:v>51</c:v>
                </c:pt>
                <c:pt idx="27">
                  <c:v>52</c:v>
                </c:pt>
                <c:pt idx="28">
                  <c:v>53</c:v>
                </c:pt>
                <c:pt idx="29">
                  <c:v>54</c:v>
                </c:pt>
                <c:pt idx="30">
                  <c:v>55</c:v>
                </c:pt>
                <c:pt idx="31">
                  <c:v>56</c:v>
                </c:pt>
                <c:pt idx="32">
                  <c:v>57</c:v>
                </c:pt>
                <c:pt idx="33">
                  <c:v>58</c:v>
                </c:pt>
                <c:pt idx="34">
                  <c:v>59</c:v>
                </c:pt>
                <c:pt idx="35">
                  <c:v>60</c:v>
                </c:pt>
              </c:numCache>
            </c:numRef>
          </c:xVal>
          <c:yVal>
            <c:numRef>
              <c:f>'Sinusoidal Fit'!$D$36:$D$71</c:f>
              <c:numCache>
                <c:formatCode>General</c:formatCode>
                <c:ptCount val="36"/>
                <c:pt idx="0">
                  <c:v>75.959999999999994</c:v>
                </c:pt>
                <c:pt idx="1">
                  <c:v>80.569999999999993</c:v>
                </c:pt>
                <c:pt idx="2">
                  <c:v>86.49</c:v>
                </c:pt>
                <c:pt idx="3">
                  <c:v>85.03</c:v>
                </c:pt>
                <c:pt idx="4">
                  <c:v>87.94</c:v>
                </c:pt>
                <c:pt idx="5">
                  <c:v>93.28</c:v>
                </c:pt>
                <c:pt idx="6">
                  <c:v>91.87</c:v>
                </c:pt>
                <c:pt idx="7">
                  <c:v>95.55</c:v>
                </c:pt>
                <c:pt idx="8">
                  <c:v>100.38</c:v>
                </c:pt>
                <c:pt idx="9">
                  <c:v>101.82</c:v>
                </c:pt>
                <c:pt idx="10">
                  <c:v>102.65</c:v>
                </c:pt>
                <c:pt idx="11">
                  <c:v>105.71</c:v>
                </c:pt>
                <c:pt idx="12">
                  <c:v>99.2</c:v>
                </c:pt>
                <c:pt idx="13">
                  <c:v>109.5</c:v>
                </c:pt>
                <c:pt idx="14">
                  <c:v>106.04</c:v>
                </c:pt>
                <c:pt idx="15">
                  <c:v>105.34</c:v>
                </c:pt>
                <c:pt idx="16">
                  <c:v>110.89</c:v>
                </c:pt>
                <c:pt idx="17">
                  <c:v>112.67</c:v>
                </c:pt>
                <c:pt idx="18">
                  <c:v>110.43</c:v>
                </c:pt>
                <c:pt idx="19">
                  <c:v>109.28</c:v>
                </c:pt>
                <c:pt idx="20">
                  <c:v>112.41</c:v>
                </c:pt>
                <c:pt idx="21">
                  <c:v>112.46</c:v>
                </c:pt>
                <c:pt idx="22">
                  <c:v>116.44</c:v>
                </c:pt>
                <c:pt idx="23">
                  <c:v>114.86</c:v>
                </c:pt>
                <c:pt idx="24">
                  <c:v>113.48</c:v>
                </c:pt>
                <c:pt idx="25">
                  <c:v>116.02</c:v>
                </c:pt>
                <c:pt idx="26">
                  <c:v>112.52</c:v>
                </c:pt>
                <c:pt idx="27">
                  <c:v>110.61</c:v>
                </c:pt>
                <c:pt idx="28">
                  <c:v>114.93</c:v>
                </c:pt>
                <c:pt idx="29">
                  <c:v>115.14</c:v>
                </c:pt>
                <c:pt idx="30">
                  <c:v>113.17</c:v>
                </c:pt>
                <c:pt idx="31">
                  <c:v>111.92</c:v>
                </c:pt>
                <c:pt idx="32">
                  <c:v>115.37</c:v>
                </c:pt>
                <c:pt idx="33">
                  <c:v>108.04</c:v>
                </c:pt>
                <c:pt idx="34">
                  <c:v>118.27</c:v>
                </c:pt>
                <c:pt idx="35">
                  <c:v>118.72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9648-42CC-A2E0-3282240F6EFF}"/>
            </c:ext>
          </c:extLst>
        </c:ser>
        <c:ser>
          <c:idx val="3"/>
          <c:order val="3"/>
          <c:spPr>
            <a:ln w="19050" cap="rnd">
              <a:solidFill>
                <a:schemeClr val="tx2">
                  <a:lumMod val="60000"/>
                  <a:lumOff val="40000"/>
                </a:schemeClr>
              </a:solidFill>
              <a:prstDash val="dash"/>
              <a:round/>
            </a:ln>
            <a:effectLst/>
          </c:spPr>
          <c:marker>
            <c:symbol val="none"/>
          </c:marker>
          <c:xVal>
            <c:numRef>
              <c:f>'Sinusoidal Fit'!$A$36:$A$71</c:f>
              <c:numCache>
                <c:formatCode>General</c:formatCode>
                <c:ptCount val="36"/>
                <c:pt idx="0">
                  <c:v>25</c:v>
                </c:pt>
                <c:pt idx="1">
                  <c:v>26</c:v>
                </c:pt>
                <c:pt idx="2">
                  <c:v>27</c:v>
                </c:pt>
                <c:pt idx="3">
                  <c:v>28</c:v>
                </c:pt>
                <c:pt idx="4">
                  <c:v>29</c:v>
                </c:pt>
                <c:pt idx="5">
                  <c:v>30</c:v>
                </c:pt>
                <c:pt idx="6">
                  <c:v>31</c:v>
                </c:pt>
                <c:pt idx="7">
                  <c:v>32</c:v>
                </c:pt>
                <c:pt idx="8">
                  <c:v>33</c:v>
                </c:pt>
                <c:pt idx="9">
                  <c:v>34</c:v>
                </c:pt>
                <c:pt idx="10">
                  <c:v>35</c:v>
                </c:pt>
                <c:pt idx="11">
                  <c:v>36</c:v>
                </c:pt>
                <c:pt idx="12">
                  <c:v>37</c:v>
                </c:pt>
                <c:pt idx="13">
                  <c:v>38</c:v>
                </c:pt>
                <c:pt idx="14">
                  <c:v>39</c:v>
                </c:pt>
                <c:pt idx="15">
                  <c:v>40</c:v>
                </c:pt>
                <c:pt idx="16">
                  <c:v>41</c:v>
                </c:pt>
                <c:pt idx="17">
                  <c:v>42</c:v>
                </c:pt>
                <c:pt idx="18">
                  <c:v>43</c:v>
                </c:pt>
                <c:pt idx="19">
                  <c:v>44</c:v>
                </c:pt>
                <c:pt idx="20">
                  <c:v>45</c:v>
                </c:pt>
                <c:pt idx="21">
                  <c:v>46</c:v>
                </c:pt>
                <c:pt idx="22">
                  <c:v>47</c:v>
                </c:pt>
                <c:pt idx="23">
                  <c:v>48</c:v>
                </c:pt>
                <c:pt idx="24">
                  <c:v>49</c:v>
                </c:pt>
                <c:pt idx="25">
                  <c:v>50</c:v>
                </c:pt>
                <c:pt idx="26">
                  <c:v>51</c:v>
                </c:pt>
                <c:pt idx="27">
                  <c:v>52</c:v>
                </c:pt>
                <c:pt idx="28">
                  <c:v>53</c:v>
                </c:pt>
                <c:pt idx="29">
                  <c:v>54</c:v>
                </c:pt>
                <c:pt idx="30">
                  <c:v>55</c:v>
                </c:pt>
                <c:pt idx="31">
                  <c:v>56</c:v>
                </c:pt>
                <c:pt idx="32">
                  <c:v>57</c:v>
                </c:pt>
                <c:pt idx="33">
                  <c:v>58</c:v>
                </c:pt>
                <c:pt idx="34">
                  <c:v>59</c:v>
                </c:pt>
                <c:pt idx="35">
                  <c:v>60</c:v>
                </c:pt>
              </c:numCache>
            </c:numRef>
          </c:xVal>
          <c:yVal>
            <c:numRef>
              <c:f>'Sinusoidal Fit'!$E$36:$E$71</c:f>
              <c:numCache>
                <c:formatCode>General</c:formatCode>
                <c:ptCount val="36"/>
                <c:pt idx="0">
                  <c:v>75.507660890253703</c:v>
                </c:pt>
                <c:pt idx="1">
                  <c:v>77.888133459087115</c:v>
                </c:pt>
                <c:pt idx="2">
                  <c:v>79.991780703490519</c:v>
                </c:pt>
                <c:pt idx="3">
                  <c:v>81.79452719816021</c:v>
                </c:pt>
                <c:pt idx="4">
                  <c:v>83.275594249374095</c:v>
                </c:pt>
                <c:pt idx="5">
                  <c:v>84.417727550708307</c:v>
                </c:pt>
                <c:pt idx="6">
                  <c:v>85.207386224829179</c:v>
                </c:pt>
                <c:pt idx="7">
                  <c:v>85.634891180178769</c:v>
                </c:pt>
                <c:pt idx="8">
                  <c:v>85.694531157127571</c:v>
                </c:pt>
                <c:pt idx="9">
                  <c:v>85.384625301730125</c:v>
                </c:pt>
                <c:pt idx="10">
                  <c:v>84.707541581512601</c:v>
                </c:pt>
                <c:pt idx="11">
                  <c:v>83.669670841525061</c:v>
                </c:pt>
                <c:pt idx="12">
                  <c:v>82.28135678490564</c:v>
                </c:pt>
                <c:pt idx="13">
                  <c:v>80.556782645104562</c:v>
                </c:pt>
                <c:pt idx="14">
                  <c:v>78.513815791410252</c:v>
                </c:pt>
                <c:pt idx="15">
                  <c:v>76.173811970312585</c:v>
                </c:pt>
                <c:pt idx="16">
                  <c:v>73.561381327475218</c:v>
                </c:pt>
                <c:pt idx="17">
                  <c:v>70.704118773829791</c:v>
                </c:pt>
                <c:pt idx="18">
                  <c:v>67.632301649957171</c:v>
                </c:pt>
                <c:pt idx="19">
                  <c:v>64.378558001208006</c:v>
                </c:pt>
                <c:pt idx="20">
                  <c:v>60.97750909801006</c:v>
                </c:pt>
                <c:pt idx="21">
                  <c:v>57.465390117984519</c:v>
                </c:pt>
                <c:pt idx="22">
                  <c:v>53.879653145757096</c:v>
                </c:pt>
                <c:pt idx="23">
                  <c:v>50.258556840081738</c:v>
                </c:pt>
                <c:pt idx="24">
                  <c:v>46.640747263968976</c:v>
                </c:pt>
                <c:pt idx="25">
                  <c:v>43.064834470332457</c:v>
                </c:pt>
                <c:pt idx="26">
                  <c:v>39.568969482169649</c:v>
                </c:pt>
                <c:pt idx="27">
                  <c:v>36.190426301970035</c:v>
                </c:pt>
                <c:pt idx="28">
                  <c:v>32.965193529944024</c:v>
                </c:pt>
                <c:pt idx="29">
                  <c:v>29.927580065387708</c:v>
                </c:pt>
                <c:pt idx="30">
                  <c:v>27.10983921120269</c:v>
                </c:pt>
                <c:pt idx="31">
                  <c:v>24.541815299960113</c:v>
                </c:pt>
                <c:pt idx="32">
                  <c:v>22.250616713147529</c:v>
                </c:pt>
                <c:pt idx="33">
                  <c:v>20.260318876068656</c:v>
                </c:pt>
                <c:pt idx="34">
                  <c:v>18.591700482445589</c:v>
                </c:pt>
                <c:pt idx="35">
                  <c:v>17.262015838702197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9648-42CC-A2E0-3282240F6EF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07453055"/>
        <c:axId val="1705694223"/>
      </c:scatterChart>
      <c:valAx>
        <c:axId val="190745305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05694223"/>
        <c:crosses val="autoZero"/>
        <c:crossBetween val="midCat"/>
      </c:valAx>
      <c:valAx>
        <c:axId val="17056942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07453055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8</a:t>
            </a:r>
            <a:r>
              <a:rPr lang="en-US" baseline="30000" dirty="0"/>
              <a:t>th</a:t>
            </a:r>
            <a:r>
              <a:rPr lang="en-US" dirty="0"/>
              <a:t>-Degree Polynomial</a:t>
            </a:r>
            <a:r>
              <a:rPr lang="en-US" baseline="0" dirty="0"/>
              <a:t> Fit: Miles Run vs. APFT Score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'Polynomial Fit'!$A$6:$A$23</c:f>
              <c:numCache>
                <c:formatCode>General</c:formatCode>
                <c:ptCount val="18"/>
                <c:pt idx="0">
                  <c:v>1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7</c:v>
                </c:pt>
                <c:pt idx="5">
                  <c:v>8</c:v>
                </c:pt>
                <c:pt idx="6">
                  <c:v>9</c:v>
                </c:pt>
                <c:pt idx="7">
                  <c:v>11</c:v>
                </c:pt>
                <c:pt idx="8">
                  <c:v>12</c:v>
                </c:pt>
                <c:pt idx="9">
                  <c:v>13</c:v>
                </c:pt>
                <c:pt idx="10">
                  <c:v>15</c:v>
                </c:pt>
                <c:pt idx="11">
                  <c:v>16</c:v>
                </c:pt>
                <c:pt idx="12">
                  <c:v>17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24</c:v>
                </c:pt>
              </c:numCache>
            </c:numRef>
          </c:xVal>
          <c:yVal>
            <c:numRef>
              <c:f>'Polynomial Fit'!$I$6:$I$23</c:f>
              <c:numCache>
                <c:formatCode>General</c:formatCode>
                <c:ptCount val="18"/>
                <c:pt idx="0">
                  <c:v>22.27</c:v>
                </c:pt>
                <c:pt idx="1">
                  <c:v>21.12</c:v>
                </c:pt>
                <c:pt idx="2">
                  <c:v>20.58</c:v>
                </c:pt>
                <c:pt idx="3">
                  <c:v>21.7</c:v>
                </c:pt>
                <c:pt idx="4">
                  <c:v>22.11</c:v>
                </c:pt>
                <c:pt idx="5">
                  <c:v>26.28</c:v>
                </c:pt>
                <c:pt idx="6">
                  <c:v>27.21</c:v>
                </c:pt>
                <c:pt idx="7">
                  <c:v>33.18</c:v>
                </c:pt>
                <c:pt idx="8">
                  <c:v>34.74</c:v>
                </c:pt>
                <c:pt idx="9">
                  <c:v>37.47</c:v>
                </c:pt>
                <c:pt idx="10">
                  <c:v>41.88</c:v>
                </c:pt>
                <c:pt idx="11">
                  <c:v>46.01</c:v>
                </c:pt>
                <c:pt idx="12">
                  <c:v>50.64</c:v>
                </c:pt>
                <c:pt idx="13">
                  <c:v>58.03</c:v>
                </c:pt>
                <c:pt idx="14">
                  <c:v>59.31</c:v>
                </c:pt>
                <c:pt idx="15">
                  <c:v>63.08</c:v>
                </c:pt>
                <c:pt idx="16">
                  <c:v>69.28</c:v>
                </c:pt>
                <c:pt idx="17">
                  <c:v>72.09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D23-4683-812B-911C3CD41411}"/>
            </c:ext>
          </c:extLst>
        </c:ser>
        <c:ser>
          <c:idx val="1"/>
          <c:order val="1"/>
          <c:spPr>
            <a:ln w="25400" cap="rnd">
              <a:solidFill>
                <a:schemeClr val="tx2">
                  <a:lumMod val="60000"/>
                  <a:lumOff val="40000"/>
                </a:schemeClr>
              </a:solidFill>
              <a:prstDash val="sysDash"/>
              <a:round/>
            </a:ln>
            <a:effectLst/>
          </c:spPr>
          <c:marker>
            <c:symbol val="none"/>
          </c:marker>
          <c:xVal>
            <c:numRef>
              <c:f>'Polynomial Fit'!$A$6:$A$23</c:f>
              <c:numCache>
                <c:formatCode>General</c:formatCode>
                <c:ptCount val="18"/>
                <c:pt idx="0">
                  <c:v>1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7</c:v>
                </c:pt>
                <c:pt idx="5">
                  <c:v>8</c:v>
                </c:pt>
                <c:pt idx="6">
                  <c:v>9</c:v>
                </c:pt>
                <c:pt idx="7">
                  <c:v>11</c:v>
                </c:pt>
                <c:pt idx="8">
                  <c:v>12</c:v>
                </c:pt>
                <c:pt idx="9">
                  <c:v>13</c:v>
                </c:pt>
                <c:pt idx="10">
                  <c:v>15</c:v>
                </c:pt>
                <c:pt idx="11">
                  <c:v>16</c:v>
                </c:pt>
                <c:pt idx="12">
                  <c:v>17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24</c:v>
                </c:pt>
              </c:numCache>
            </c:numRef>
          </c:xVal>
          <c:yVal>
            <c:numRef>
              <c:f>'Polynomial Fit'!$J$6:$J$23</c:f>
              <c:numCache>
                <c:formatCode>General</c:formatCode>
                <c:ptCount val="18"/>
                <c:pt idx="0">
                  <c:v>22.209674582385869</c:v>
                </c:pt>
                <c:pt idx="1">
                  <c:v>21.522652427072966</c:v>
                </c:pt>
                <c:pt idx="2">
                  <c:v>20.577053075439647</c:v>
                </c:pt>
                <c:pt idx="3">
                  <c:v>20.658406141521688</c:v>
                </c:pt>
                <c:pt idx="4">
                  <c:v>23.48223190809572</c:v>
                </c:pt>
                <c:pt idx="5">
                  <c:v>25.573755641577307</c:v>
                </c:pt>
                <c:pt idx="6">
                  <c:v>27.780193697722105</c:v>
                </c:pt>
                <c:pt idx="7">
                  <c:v>32.286622767073162</c:v>
                </c:pt>
                <c:pt idx="8">
                  <c:v>34.681555222719595</c:v>
                </c:pt>
                <c:pt idx="9">
                  <c:v>37.273957278109549</c:v>
                </c:pt>
                <c:pt idx="10">
                  <c:v>43.159370652729592</c:v>
                </c:pt>
                <c:pt idx="11">
                  <c:v>46.385647297746345</c:v>
                </c:pt>
                <c:pt idx="12">
                  <c:v>49.719149298490947</c:v>
                </c:pt>
                <c:pt idx="13">
                  <c:v>56.638292364624704</c:v>
                </c:pt>
                <c:pt idx="14">
                  <c:v>60.332119523109213</c:v>
                </c:pt>
                <c:pt idx="15">
                  <c:v>64.259318210793936</c:v>
                </c:pt>
                <c:pt idx="16">
                  <c:v>68.245162336415888</c:v>
                </c:pt>
                <c:pt idx="17">
                  <c:v>72.194837574490521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FD23-4683-812B-911C3CD41411}"/>
            </c:ext>
          </c:extLst>
        </c:ser>
        <c:ser>
          <c:idx val="2"/>
          <c:order val="2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xVal>
            <c:numRef>
              <c:f>'Polynomial Fit'!$A$36:$A$71</c:f>
              <c:numCache>
                <c:formatCode>General</c:formatCode>
                <c:ptCount val="36"/>
                <c:pt idx="0">
                  <c:v>25</c:v>
                </c:pt>
                <c:pt idx="1">
                  <c:v>26</c:v>
                </c:pt>
                <c:pt idx="2">
                  <c:v>27</c:v>
                </c:pt>
                <c:pt idx="3">
                  <c:v>28</c:v>
                </c:pt>
                <c:pt idx="4">
                  <c:v>29</c:v>
                </c:pt>
                <c:pt idx="5">
                  <c:v>30</c:v>
                </c:pt>
                <c:pt idx="6">
                  <c:v>31</c:v>
                </c:pt>
                <c:pt idx="7">
                  <c:v>32</c:v>
                </c:pt>
                <c:pt idx="8">
                  <c:v>33</c:v>
                </c:pt>
                <c:pt idx="9">
                  <c:v>34</c:v>
                </c:pt>
                <c:pt idx="10">
                  <c:v>35</c:v>
                </c:pt>
                <c:pt idx="11">
                  <c:v>36</c:v>
                </c:pt>
                <c:pt idx="12">
                  <c:v>37</c:v>
                </c:pt>
                <c:pt idx="13">
                  <c:v>38</c:v>
                </c:pt>
                <c:pt idx="14">
                  <c:v>39</c:v>
                </c:pt>
                <c:pt idx="15">
                  <c:v>40</c:v>
                </c:pt>
                <c:pt idx="16">
                  <c:v>41</c:v>
                </c:pt>
                <c:pt idx="17">
                  <c:v>42</c:v>
                </c:pt>
                <c:pt idx="18">
                  <c:v>43</c:v>
                </c:pt>
                <c:pt idx="19">
                  <c:v>44</c:v>
                </c:pt>
                <c:pt idx="20">
                  <c:v>45</c:v>
                </c:pt>
                <c:pt idx="21">
                  <c:v>46</c:v>
                </c:pt>
                <c:pt idx="22">
                  <c:v>47</c:v>
                </c:pt>
                <c:pt idx="23">
                  <c:v>48</c:v>
                </c:pt>
                <c:pt idx="24">
                  <c:v>49</c:v>
                </c:pt>
                <c:pt idx="25">
                  <c:v>50</c:v>
                </c:pt>
                <c:pt idx="26">
                  <c:v>51</c:v>
                </c:pt>
                <c:pt idx="27">
                  <c:v>52</c:v>
                </c:pt>
                <c:pt idx="28">
                  <c:v>53</c:v>
                </c:pt>
                <c:pt idx="29">
                  <c:v>54</c:v>
                </c:pt>
                <c:pt idx="30">
                  <c:v>55</c:v>
                </c:pt>
                <c:pt idx="31">
                  <c:v>56</c:v>
                </c:pt>
                <c:pt idx="32">
                  <c:v>57</c:v>
                </c:pt>
                <c:pt idx="33">
                  <c:v>58</c:v>
                </c:pt>
                <c:pt idx="34">
                  <c:v>59</c:v>
                </c:pt>
                <c:pt idx="35">
                  <c:v>60</c:v>
                </c:pt>
              </c:numCache>
            </c:numRef>
          </c:xVal>
          <c:yVal>
            <c:numRef>
              <c:f>'Polynomial Fit'!$I$36:$I$71</c:f>
              <c:numCache>
                <c:formatCode>General</c:formatCode>
                <c:ptCount val="36"/>
                <c:pt idx="0">
                  <c:v>75.959999999999994</c:v>
                </c:pt>
                <c:pt idx="1">
                  <c:v>80.569999999999993</c:v>
                </c:pt>
                <c:pt idx="2">
                  <c:v>86.49</c:v>
                </c:pt>
                <c:pt idx="3">
                  <c:v>85.03</c:v>
                </c:pt>
                <c:pt idx="4">
                  <c:v>87.94</c:v>
                </c:pt>
                <c:pt idx="5">
                  <c:v>93.28</c:v>
                </c:pt>
                <c:pt idx="6">
                  <c:v>91.87</c:v>
                </c:pt>
                <c:pt idx="7">
                  <c:v>95.55</c:v>
                </c:pt>
                <c:pt idx="8">
                  <c:v>100.38</c:v>
                </c:pt>
                <c:pt idx="9">
                  <c:v>101.82</c:v>
                </c:pt>
                <c:pt idx="10">
                  <c:v>102.65</c:v>
                </c:pt>
                <c:pt idx="11">
                  <c:v>105.71</c:v>
                </c:pt>
                <c:pt idx="12">
                  <c:v>99.2</c:v>
                </c:pt>
                <c:pt idx="13">
                  <c:v>109.5</c:v>
                </c:pt>
                <c:pt idx="14">
                  <c:v>106.04</c:v>
                </c:pt>
                <c:pt idx="15">
                  <c:v>105.34</c:v>
                </c:pt>
                <c:pt idx="16">
                  <c:v>110.89</c:v>
                </c:pt>
                <c:pt idx="17">
                  <c:v>112.67</c:v>
                </c:pt>
                <c:pt idx="18">
                  <c:v>110.43</c:v>
                </c:pt>
                <c:pt idx="19">
                  <c:v>109.28</c:v>
                </c:pt>
                <c:pt idx="20">
                  <c:v>112.41</c:v>
                </c:pt>
                <c:pt idx="21">
                  <c:v>112.46</c:v>
                </c:pt>
                <c:pt idx="22">
                  <c:v>116.44</c:v>
                </c:pt>
                <c:pt idx="23">
                  <c:v>114.86</c:v>
                </c:pt>
                <c:pt idx="24">
                  <c:v>113.48</c:v>
                </c:pt>
                <c:pt idx="25">
                  <c:v>116.02</c:v>
                </c:pt>
                <c:pt idx="26">
                  <c:v>112.52</c:v>
                </c:pt>
                <c:pt idx="27">
                  <c:v>110.61</c:v>
                </c:pt>
                <c:pt idx="28">
                  <c:v>114.93</c:v>
                </c:pt>
                <c:pt idx="29">
                  <c:v>115.14</c:v>
                </c:pt>
                <c:pt idx="30">
                  <c:v>113.17</c:v>
                </c:pt>
                <c:pt idx="31">
                  <c:v>111.92</c:v>
                </c:pt>
                <c:pt idx="32">
                  <c:v>115.37</c:v>
                </c:pt>
                <c:pt idx="33">
                  <c:v>108.04</c:v>
                </c:pt>
                <c:pt idx="34">
                  <c:v>118.27</c:v>
                </c:pt>
                <c:pt idx="35">
                  <c:v>118.72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FD23-4683-812B-911C3CD41411}"/>
            </c:ext>
          </c:extLst>
        </c:ser>
        <c:ser>
          <c:idx val="3"/>
          <c:order val="3"/>
          <c:spPr>
            <a:ln w="19050" cap="rnd">
              <a:solidFill>
                <a:schemeClr val="tx2">
                  <a:lumMod val="60000"/>
                  <a:lumOff val="40000"/>
                </a:schemeClr>
              </a:solidFill>
              <a:prstDash val="sysDash"/>
              <a:round/>
            </a:ln>
            <a:effectLst/>
          </c:spPr>
          <c:marker>
            <c:symbol val="none"/>
          </c:marker>
          <c:xVal>
            <c:numRef>
              <c:f>'Polynomial Fit'!$A$36:$A$71</c:f>
              <c:numCache>
                <c:formatCode>General</c:formatCode>
                <c:ptCount val="36"/>
                <c:pt idx="0">
                  <c:v>25</c:v>
                </c:pt>
                <c:pt idx="1">
                  <c:v>26</c:v>
                </c:pt>
                <c:pt idx="2">
                  <c:v>27</c:v>
                </c:pt>
                <c:pt idx="3">
                  <c:v>28</c:v>
                </c:pt>
                <c:pt idx="4">
                  <c:v>29</c:v>
                </c:pt>
                <c:pt idx="5">
                  <c:v>30</c:v>
                </c:pt>
                <c:pt idx="6">
                  <c:v>31</c:v>
                </c:pt>
                <c:pt idx="7">
                  <c:v>32</c:v>
                </c:pt>
                <c:pt idx="8">
                  <c:v>33</c:v>
                </c:pt>
                <c:pt idx="9">
                  <c:v>34</c:v>
                </c:pt>
                <c:pt idx="10">
                  <c:v>35</c:v>
                </c:pt>
                <c:pt idx="11">
                  <c:v>36</c:v>
                </c:pt>
                <c:pt idx="12">
                  <c:v>37</c:v>
                </c:pt>
                <c:pt idx="13">
                  <c:v>38</c:v>
                </c:pt>
                <c:pt idx="14">
                  <c:v>39</c:v>
                </c:pt>
                <c:pt idx="15">
                  <c:v>40</c:v>
                </c:pt>
                <c:pt idx="16">
                  <c:v>41</c:v>
                </c:pt>
                <c:pt idx="17">
                  <c:v>42</c:v>
                </c:pt>
                <c:pt idx="18">
                  <c:v>43</c:v>
                </c:pt>
                <c:pt idx="19">
                  <c:v>44</c:v>
                </c:pt>
                <c:pt idx="20">
                  <c:v>45</c:v>
                </c:pt>
                <c:pt idx="21">
                  <c:v>46</c:v>
                </c:pt>
                <c:pt idx="22">
                  <c:v>47</c:v>
                </c:pt>
                <c:pt idx="23">
                  <c:v>48</c:v>
                </c:pt>
                <c:pt idx="24">
                  <c:v>49</c:v>
                </c:pt>
                <c:pt idx="25">
                  <c:v>50</c:v>
                </c:pt>
                <c:pt idx="26">
                  <c:v>51</c:v>
                </c:pt>
                <c:pt idx="27">
                  <c:v>52</c:v>
                </c:pt>
                <c:pt idx="28">
                  <c:v>53</c:v>
                </c:pt>
                <c:pt idx="29">
                  <c:v>54</c:v>
                </c:pt>
                <c:pt idx="30">
                  <c:v>55</c:v>
                </c:pt>
                <c:pt idx="31">
                  <c:v>56</c:v>
                </c:pt>
                <c:pt idx="32">
                  <c:v>57</c:v>
                </c:pt>
                <c:pt idx="33">
                  <c:v>58</c:v>
                </c:pt>
                <c:pt idx="34">
                  <c:v>59</c:v>
                </c:pt>
                <c:pt idx="35">
                  <c:v>60</c:v>
                </c:pt>
              </c:numCache>
            </c:numRef>
          </c:xVal>
          <c:yVal>
            <c:numRef>
              <c:f>'Polynomial Fit'!$J$36:$J$71</c:f>
              <c:numCache>
                <c:formatCode>General</c:formatCode>
                <c:ptCount val="36"/>
                <c:pt idx="0">
                  <c:v>66.292459204825718</c:v>
                </c:pt>
                <c:pt idx="1">
                  <c:v>46.640433282198501</c:v>
                </c:pt>
                <c:pt idx="2">
                  <c:v>1.1708775982770021</c:v>
                </c:pt>
                <c:pt idx="3">
                  <c:v>-89.232063883391675</c:v>
                </c:pt>
                <c:pt idx="4">
                  <c:v>-253.50503919360926</c:v>
                </c:pt>
                <c:pt idx="5">
                  <c:v>-533.88769290842174</c:v>
                </c:pt>
                <c:pt idx="6">
                  <c:v>-990.22140208081692</c:v>
                </c:pt>
                <c:pt idx="7">
                  <c:v>-1705.1789677951019</c:v>
                </c:pt>
                <c:pt idx="8">
                  <c:v>-2790.5469658367219</c:v>
                </c:pt>
                <c:pt idx="9">
                  <c:v>-4394.6897392214159</c:v>
                </c:pt>
                <c:pt idx="10">
                  <c:v>-6711.3312945781508</c:v>
                </c:pt>
                <c:pt idx="11">
                  <c:v>-9989.7986436262145</c:v>
                </c:pt>
                <c:pt idx="12">
                  <c:v>-14546.877410239074</c:v>
                </c:pt>
                <c:pt idx="13">
                  <c:v>-20780.437802843866</c:v>
                </c:pt>
                <c:pt idx="14">
                  <c:v>-29184.996331139933</c:v>
                </c:pt>
                <c:pt idx="15">
                  <c:v>-40369.38592538517</c:v>
                </c:pt>
                <c:pt idx="16">
                  <c:v>-55076.714395744028</c:v>
                </c:pt>
                <c:pt idx="17">
                  <c:v>-74206.798448431306</c:v>
                </c:pt>
                <c:pt idx="18">
                  <c:v>-98841.267754659057</c:v>
                </c:pt>
                <c:pt idx="19">
                  <c:v>-130271.54084760463</c:v>
                </c:pt>
                <c:pt idx="20">
                  <c:v>-170029.88190192496</c:v>
                </c:pt>
                <c:pt idx="21">
                  <c:v>-219923.75472952519</c:v>
                </c:pt>
                <c:pt idx="22">
                  <c:v>-282073.69760459941</c:v>
                </c:pt>
                <c:pt idx="23">
                  <c:v>-358954.94981017616</c:v>
                </c:pt>
                <c:pt idx="24">
                  <c:v>-453443.06807764154</c:v>
                </c:pt>
                <c:pt idx="25">
                  <c:v>-568863.77837003861</c:v>
                </c:pt>
                <c:pt idx="26">
                  <c:v>-709047.31573904864</c:v>
                </c:pt>
                <c:pt idx="27">
                  <c:v>-878387.51226498187</c:v>
                </c:pt>
                <c:pt idx="28">
                  <c:v>-1081905.9003682043</c:v>
                </c:pt>
                <c:pt idx="29">
                  <c:v>-1325321.1060597971</c:v>
                </c:pt>
                <c:pt idx="30">
                  <c:v>-1615123.8139783647</c:v>
                </c:pt>
                <c:pt idx="31">
                  <c:v>-1958657.5933393389</c:v>
                </c:pt>
                <c:pt idx="32">
                  <c:v>-2364205.8812021539</c:v>
                </c:pt>
                <c:pt idx="33">
                  <c:v>-2841085.426740136</c:v>
                </c:pt>
                <c:pt idx="34">
                  <c:v>-3399746.5074769929</c:v>
                </c:pt>
                <c:pt idx="35">
                  <c:v>-4051880.235733293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FD23-4683-812B-911C3CD414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00513823"/>
        <c:axId val="1705635663"/>
      </c:scatterChart>
      <c:valAx>
        <c:axId val="19005138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05635663"/>
        <c:crosses val="autoZero"/>
        <c:crossBetween val="midCat"/>
      </c:valAx>
      <c:valAx>
        <c:axId val="170563566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00513823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BC59F-6EE4-E402-5F6A-3009882124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47E2E9-7989-71B8-1BD3-F569BBBEB3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D92DB6-F540-1D88-2FFD-8BE0E10AB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80551C-6A0C-4CBF-8A97-F471076821E3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CE4072-B2D0-17E4-E5C9-FC9E1E53E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9CBC2A-8803-DCA1-1A66-48DB569E0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8E145-73C6-4FEB-BE06-8DA8287C5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24139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CDB6C-5B8D-EF7E-7132-AEC29156A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AC630-FFA6-4ABF-553F-C29E88F8A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50608C-BE49-0C53-0A62-65489090F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80551C-6A0C-4CBF-8A97-F471076821E3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52CEDC-D480-E766-3DA1-7C95894EC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B788D2-A019-899D-59FB-BA6CB4D93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8E145-73C6-4FEB-BE06-8DA8287C5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491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B1099-2F76-C4F8-B4E5-4F10BBA6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BBE67B-1C06-F7F9-D671-4F3A0B299D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FD1690-D669-B17F-AF38-34ADE0896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80551C-6A0C-4CBF-8A97-F471076821E3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821C39-344E-E496-02A3-A462DB2A5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9CCD3D-9B37-F240-CCF6-FBBE5470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8E145-73C6-4FEB-BE06-8DA8287C5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613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535FB-6DF1-FF67-E34E-5D2C48A77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3FBD65-EFB5-91F8-7116-7BC21026DE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17B3F8-633B-E518-22B8-502880677B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869E9B-E4C8-2000-7423-4EE871749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80551C-6A0C-4CBF-8A97-F471076821E3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5693BF-4D8B-74E1-C7BD-AE88AFDF0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25B53-CD46-FFE0-7F41-EDEC4489E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8E145-73C6-4FEB-BE06-8DA8287C5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9718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EE884-BAE1-8ED6-19C1-9B9362438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2CE6B4-282D-B437-3A6E-85FC823A22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9F56F4-B433-EBF9-F96E-B22C71ABB9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FB2126-12E3-2670-753F-AE263BF2E5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4AAFF0-042C-210E-9E3E-6BFDEC252A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3832CE-71A9-B643-B27A-3D40A4895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80551C-6A0C-4CBF-8A97-F471076821E3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2A8A84-7CAF-20E6-6E0C-517C8FCE2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E613FE-3A6B-69F6-9F81-51C173BF5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8E145-73C6-4FEB-BE06-8DA8287C5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6800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BA9F8-6E98-8745-EBF5-944F4ED9D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E2715C-9415-9481-26C2-F2D9F342D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80551C-6A0C-4CBF-8A97-F471076821E3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0138EE-208E-B377-E94D-3456A0DA5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BA80B-771D-C571-0942-4F3A83E54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8E145-73C6-4FEB-BE06-8DA8287C5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437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035A07-00F1-9828-BF6B-1C822C0C38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80551C-6A0C-4CBF-8A97-F471076821E3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572875-5C0B-D2DD-648D-85DC76059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E58F1A-AD0E-13A2-5CEB-DB8247620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8E145-73C6-4FEB-BE06-8DA8287C5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174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FBBEB-295C-771D-B28F-947D2C349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250EB-05E3-3B34-C8A4-B5E2AD8D0B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146CA7-0F48-CDCD-6BE4-EC3DD170C8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4C23F2-3ED2-ADC6-5A99-F063356EC8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80551C-6A0C-4CBF-8A97-F471076821E3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C70E5-0D9F-BE88-D872-379A6D8FC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B7BF7A-F699-70F2-B986-80922BD3F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8E145-73C6-4FEB-BE06-8DA8287C5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641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81228-BD66-A823-77F7-25B34AC3C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4D82A5-0FD2-D706-640A-52031B096F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B05EB7-20E5-E695-CFFB-7E58D80FBA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C59A6B-B87F-5967-5547-1C2E46700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80551C-6A0C-4CBF-8A97-F471076821E3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21B556-B90E-6BF8-C0E9-478822CE1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595A13-DE60-4752-7DAD-325A490C1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8E145-73C6-4FEB-BE06-8DA8287C5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1595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A845C-475E-C38E-48DF-02D8392BF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17A07D-A71B-A412-E30A-EA5E72DA0F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0A49F3-3BDE-CFAD-915E-9ECBF4295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80551C-6A0C-4CBF-8A97-F471076821E3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BE60F2-A364-61E6-A62A-CF934D78A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EB314E-B697-E065-9E47-104E355E5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8E145-73C6-4FEB-BE06-8DA8287C5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71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190215-C619-405E-E99C-04BFFA505C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2C9136-9EC4-21D2-B3FC-7DBBDAA147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002AF1-0A89-0A7B-E82A-89FF7B03C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80551C-6A0C-4CBF-8A97-F471076821E3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75948-5EAE-5EC1-23FD-25FB1EB51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BDA610-D55E-9C1D-4A31-2725ED026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8E145-73C6-4FEB-BE06-8DA8287C5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7562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6CB1AC1-FB60-764E-993D-622D2B7B9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FD8A3C-5541-31DB-C068-17A51AEE6C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4D15F0-A433-C591-98EE-D978CFDABB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80551C-6A0C-4CBF-8A97-F471076821E3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00B44F-DA6D-8524-DFFA-DCB1A85D47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3AB30E-2FC9-BBE6-DFF8-9E39D73400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D8E145-73C6-4FEB-BE06-8DA8287C5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306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12.xml"/><Relationship Id="rId4" Type="http://schemas.openxmlformats.org/officeDocument/2006/relationships/chart" Target="../charts/char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F662002-24D9-D900-CE79-CCE093477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072" y="2571630"/>
            <a:ext cx="9897856" cy="1714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4130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2C994-81C1-CA5F-28A2-E05BEDC0E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540802F1-6F81-9FBD-79EA-82D11795B66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1949651"/>
              </p:ext>
            </p:extLst>
          </p:nvPr>
        </p:nvGraphicFramePr>
        <p:xfrm>
          <a:off x="213360" y="50165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4E03BCB8-CA12-DE40-3438-98E91E5C723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31792921"/>
              </p:ext>
            </p:extLst>
          </p:nvPr>
        </p:nvGraphicFramePr>
        <p:xfrm>
          <a:off x="7406640" y="50165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E032675-5BEC-205B-7F5E-1D9C1F14C5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3276873"/>
              </p:ext>
            </p:extLst>
          </p:nvPr>
        </p:nvGraphicFramePr>
        <p:xfrm>
          <a:off x="30480" y="6356350"/>
          <a:ext cx="5486400" cy="368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929246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1635286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41726436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71412204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0842599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25219033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9194031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19376873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41300372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b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f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h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98322644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-2E-07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1.8E-05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-0.0008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0.01803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-0.2391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1.82452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-7.2952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12.7664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15.1358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762816801"/>
                  </a:ext>
                </a:extLst>
              </a:tr>
            </a:tbl>
          </a:graphicData>
        </a:graphic>
      </p:graphicFrame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0A0D1F37-DFCA-5609-8496-D10CF964BEB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42422291"/>
              </p:ext>
            </p:extLst>
          </p:nvPr>
        </p:nvGraphicFramePr>
        <p:xfrm>
          <a:off x="213360" y="3613151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B4A4692F-A29A-FA44-D99F-9430AA92400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40331041"/>
              </p:ext>
            </p:extLst>
          </p:nvPr>
        </p:nvGraphicFramePr>
        <p:xfrm>
          <a:off x="7406640" y="3613151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12C9F001-172A-247A-1935-B2A0F6B2625C}"/>
              </a:ext>
            </a:extLst>
          </p:cNvPr>
          <p:cNvSpPr txBox="1"/>
          <p:nvPr/>
        </p:nvSpPr>
        <p:spPr>
          <a:xfrm>
            <a:off x="7772400" y="5601454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y = </a:t>
            </a: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55.06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- 0.09</a:t>
            </a:r>
            <a:r>
              <a:rPr lang="en-US" sz="1200" dirty="0"/>
              <a:t>x </a:t>
            </a: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- 10.14</a:t>
            </a:r>
            <a:r>
              <a:rPr lang="en-US" sz="1200" dirty="0"/>
              <a:t>sin(2πx/60) </a:t>
            </a: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- 32.17122</a:t>
            </a:r>
            <a:r>
              <a:rPr lang="en-US" sz="1200" dirty="0"/>
              <a:t>cos(2πx/60)</a:t>
            </a:r>
          </a:p>
          <a:p>
            <a:pPr algn="ctr"/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</a:rPr>
              <a:t>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²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</a:rPr>
              <a:t> = 0.99653212</a:t>
            </a:r>
            <a:endParaRPr lang="en-US" sz="1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7B6894-FA1F-C30D-312E-745F6DE91AF5}"/>
              </a:ext>
            </a:extLst>
          </p:cNvPr>
          <p:cNvSpPr txBox="1"/>
          <p:nvPr/>
        </p:nvSpPr>
        <p:spPr>
          <a:xfrm>
            <a:off x="1219200" y="5601454"/>
            <a:ext cx="35661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y =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1200" baseline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8 </a:t>
            </a:r>
            <a:r>
              <a:rPr lang="en-US" sz="1200" baseline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+ bx</a:t>
            </a:r>
            <a:r>
              <a:rPr lang="en-US" sz="1200" baseline="30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 </a:t>
            </a:r>
            <a:r>
              <a:rPr lang="en-US" sz="1200" baseline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 cx</a:t>
            </a:r>
            <a:r>
              <a:rPr lang="en-US" sz="1200" baseline="30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+ </a:t>
            </a:r>
            <a:r>
              <a:rPr lang="en-US" sz="1200" baseline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dx</a:t>
            </a:r>
            <a:r>
              <a:rPr lang="en-US" sz="1200" baseline="30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sz="1200" baseline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+ ex</a:t>
            </a:r>
            <a:r>
              <a:rPr lang="en-US" sz="1200" baseline="30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 </a:t>
            </a:r>
            <a:r>
              <a:rPr lang="en-US" sz="1200" baseline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 fx</a:t>
            </a:r>
            <a:r>
              <a:rPr lang="en-US" sz="1200" baseline="30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baseline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 gx</a:t>
            </a:r>
            <a:r>
              <a:rPr lang="en-US" sz="1200" baseline="30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</a:t>
            </a:r>
            <a:r>
              <a:rPr lang="en-US" sz="1200" baseline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 </a:t>
            </a:r>
            <a:r>
              <a:rPr lang="en-US" sz="1200" baseline="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hx</a:t>
            </a:r>
            <a:r>
              <a:rPr lang="en-US" sz="1200" baseline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+ I</a:t>
            </a:r>
          </a:p>
          <a:p>
            <a:pPr algn="ctr"/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</a:rPr>
              <a:t>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²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</a:rPr>
              <a:t> = 0.99762</a:t>
            </a:r>
            <a:endParaRPr lang="en-US" sz="12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A5BBE29-CF71-8171-A5DC-583FA10C86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8005965"/>
              </p:ext>
            </p:extLst>
          </p:nvPr>
        </p:nvGraphicFramePr>
        <p:xfrm>
          <a:off x="5397500" y="1679575"/>
          <a:ext cx="1397000" cy="3498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3549948777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148713819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effectLst/>
                        </a:rPr>
                        <a:t>x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y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43932676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22.27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42020926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21.12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56038205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20.58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4735922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21.7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2981082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22.11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7942890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26.28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01002994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27.21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3464598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33.18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86797844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34.74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05284185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37.47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5664035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41.88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684635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46.01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16911216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50.64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2997568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58.03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9452620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59.31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21418203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63.08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33692583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69.28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29420937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72.09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5559434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4027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4AC0D-3963-EEE4-67A4-D424E8AE5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F62485D6-D220-631F-A440-5D50370659F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81202478"/>
              </p:ext>
            </p:extLst>
          </p:nvPr>
        </p:nvGraphicFramePr>
        <p:xfrm>
          <a:off x="1036321" y="56388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824F341A-89A4-4638-6265-7C775C2D424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27130558"/>
              </p:ext>
            </p:extLst>
          </p:nvPr>
        </p:nvGraphicFramePr>
        <p:xfrm>
          <a:off x="1036321" y="355092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68EFA7F1-E2CE-ECE6-2B02-24AE0B4FEDF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93966728"/>
              </p:ext>
            </p:extLst>
          </p:nvPr>
        </p:nvGraphicFramePr>
        <p:xfrm>
          <a:off x="6583681" y="56388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854B5614-F609-6679-DD0D-6925B795683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60268212"/>
              </p:ext>
            </p:extLst>
          </p:nvPr>
        </p:nvGraphicFramePr>
        <p:xfrm>
          <a:off x="6583681" y="355092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673604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20E25-B372-0BA6-3120-48A538025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BA937F6-1E19-B525-0EBA-89B99CB513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2063651"/>
              </p:ext>
            </p:extLst>
          </p:nvPr>
        </p:nvGraphicFramePr>
        <p:xfrm>
          <a:off x="4861560" y="264161"/>
          <a:ext cx="2468880" cy="62890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409678739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03585347"/>
                    </a:ext>
                  </a:extLst>
                </a:gridCol>
              </a:tblGrid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1" u="none" strike="noStrike" dirty="0">
                          <a:effectLst/>
                        </a:rPr>
                        <a:t>Miles Run/Month</a:t>
                      </a: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APFT Score (2MR)</a:t>
                      </a: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1075278995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 dirty="0">
                          <a:effectLst/>
                        </a:rPr>
                        <a:t>25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75.96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1767520642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26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80.57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2189911242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27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86.49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4076978708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28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85.03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1631084793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29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87.94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4270783037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30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 dirty="0">
                          <a:effectLst/>
                        </a:rPr>
                        <a:t>93.28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3900712357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31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91.87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1847062536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32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95.55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2194906177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33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100.38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3689608731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34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101.82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406307626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35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102.65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2222214227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36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105.71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295870504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37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 dirty="0">
                          <a:effectLst/>
                        </a:rPr>
                        <a:t>99.2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1582590892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38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109.5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1666874792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39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106.04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494175750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40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105.34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1514620656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41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110.89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3764736539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42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112.67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1029399503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43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110.43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3097683903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44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109.28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1787965333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45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112.41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3349271756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46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112.46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2604015690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47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116.44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3660105134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48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114.86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3149535053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49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113.48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2529734781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50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116.02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1755514036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51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112.52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771636982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52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110.61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2049765124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53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114.93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2166517246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54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115.14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1754161205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55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113.17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1146529709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56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111.92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1961904114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57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115.37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2923398266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58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108.04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1612536488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59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118.27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2504772001"/>
                  </a:ext>
                </a:extLst>
              </a:tr>
              <a:tr h="169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 dirty="0">
                          <a:effectLst/>
                        </a:rPr>
                        <a:t>60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u="none" strike="noStrike" dirty="0">
                          <a:effectLst/>
                        </a:rPr>
                        <a:t>118.72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055" marR="4055" marT="4055" marB="0" anchor="ctr"/>
                </a:tc>
                <a:extLst>
                  <a:ext uri="{0D108BD9-81ED-4DB2-BD59-A6C34878D82A}">
                    <a16:rowId xmlns:a16="http://schemas.microsoft.com/office/drawing/2014/main" val="226174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7274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2F2502CE-D1A6-9A3F-454E-D552B95DC82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01630659"/>
              </p:ext>
            </p:extLst>
          </p:nvPr>
        </p:nvGraphicFramePr>
        <p:xfrm>
          <a:off x="275064" y="200723"/>
          <a:ext cx="5222487" cy="32282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D54C6245-0B21-9E29-0A99-54AB51C40CB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98637189"/>
              </p:ext>
            </p:extLst>
          </p:nvPr>
        </p:nvGraphicFramePr>
        <p:xfrm>
          <a:off x="6752893" y="200723"/>
          <a:ext cx="4924098" cy="32282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1EDF1A7-DE02-46F5-F83F-C995DA29880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70806921"/>
              </p:ext>
            </p:extLst>
          </p:nvPr>
        </p:nvGraphicFramePr>
        <p:xfrm>
          <a:off x="6752893" y="3542362"/>
          <a:ext cx="4924098" cy="3026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60DF911-CD89-BB7B-9D53-2C4D8975750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08010474"/>
              </p:ext>
            </p:extLst>
          </p:nvPr>
        </p:nvGraphicFramePr>
        <p:xfrm>
          <a:off x="275063" y="3542362"/>
          <a:ext cx="5222487" cy="3026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8154004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D55557B-575F-972C-6AF3-D19695C7F2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8060065"/>
              </p:ext>
            </p:extLst>
          </p:nvPr>
        </p:nvGraphicFramePr>
        <p:xfrm>
          <a:off x="2531327" y="1416205"/>
          <a:ext cx="7482467" cy="382487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13423">
                  <a:extLst>
                    <a:ext uri="{9D8B030D-6E8A-4147-A177-3AD203B41FA5}">
                      <a16:colId xmlns:a16="http://schemas.microsoft.com/office/drawing/2014/main" val="3751767463"/>
                    </a:ext>
                  </a:extLst>
                </a:gridCol>
                <a:gridCol w="1480048">
                  <a:extLst>
                    <a:ext uri="{9D8B030D-6E8A-4147-A177-3AD203B41FA5}">
                      <a16:colId xmlns:a16="http://schemas.microsoft.com/office/drawing/2014/main" val="3037842829"/>
                    </a:ext>
                  </a:extLst>
                </a:gridCol>
                <a:gridCol w="1480048">
                  <a:extLst>
                    <a:ext uri="{9D8B030D-6E8A-4147-A177-3AD203B41FA5}">
                      <a16:colId xmlns:a16="http://schemas.microsoft.com/office/drawing/2014/main" val="2069030340"/>
                    </a:ext>
                  </a:extLst>
                </a:gridCol>
                <a:gridCol w="1808948">
                  <a:extLst>
                    <a:ext uri="{9D8B030D-6E8A-4147-A177-3AD203B41FA5}">
                      <a16:colId xmlns:a16="http://schemas.microsoft.com/office/drawing/2014/main" val="355299353"/>
                    </a:ext>
                  </a:extLst>
                </a:gridCol>
              </a:tblGrid>
              <a:tr h="764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u="none" strike="noStrike" dirty="0">
                          <a:effectLst/>
                        </a:rPr>
                        <a:t>Model</a:t>
                      </a:r>
                      <a:endParaRPr lang="en-US" sz="2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u="none" strike="noStrike" dirty="0">
                          <a:effectLst/>
                        </a:rPr>
                        <a:t>Training MAE</a:t>
                      </a:r>
                      <a:endParaRPr lang="en-US" sz="2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u="none" strike="noStrike">
                          <a:effectLst/>
                        </a:rPr>
                        <a:t>Test MAE</a:t>
                      </a:r>
                      <a:endParaRPr lang="en-US" sz="2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u="none" strike="noStrike" dirty="0">
                          <a:effectLst/>
                        </a:rPr>
                        <a:t>Extension MAE</a:t>
                      </a:r>
                      <a:endParaRPr lang="en-US" sz="2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973024908"/>
                  </a:ext>
                </a:extLst>
              </a:tr>
              <a:tr h="764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Polynomial (degree 8)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0.700707921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2.452675158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632585.2136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52190408"/>
                  </a:ext>
                </a:extLst>
              </a:tr>
              <a:tr h="764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Quadratic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1.228783923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1.711965961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93.56913341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947260962"/>
                  </a:ext>
                </a:extLst>
              </a:tr>
              <a:tr h="764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Exponential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1.696654536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1.606902554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185.1040047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042460237"/>
                  </a:ext>
                </a:extLst>
              </a:tr>
              <a:tr h="7649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Trigonometric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0.816191853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2.324071172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45.19523989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398594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7215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54eecc5-e26c-4620-b240-5a8bb326c33d}" enabled="1" method="Privileged" siteId="{fae6d70f-954b-4811-92b6-0530d6f84c4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275</Words>
  <Application>Microsoft Office PowerPoint</Application>
  <PresentationFormat>Widescreen</PresentationFormat>
  <Paragraphs>166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Whisnant, Hannah CPT</dc:creator>
  <cp:lastModifiedBy>Whisnant, Hannah CPT</cp:lastModifiedBy>
  <cp:revision>5</cp:revision>
  <dcterms:created xsi:type="dcterms:W3CDTF">2026-07-17T13:03:41Z</dcterms:created>
  <dcterms:modified xsi:type="dcterms:W3CDTF">2026-07-21T20:51:12Z</dcterms:modified>
</cp:coreProperties>
</file>